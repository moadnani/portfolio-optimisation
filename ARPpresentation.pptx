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ink/ink1.xml" ContentType="application/inkml+xml"/>
  <Override PartName="/ppt/ink/ink2.xml" ContentType="application/inkml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63" r:id="rId6"/>
    <p:sldId id="258" r:id="rId7"/>
    <p:sldId id="262" r:id="rId8"/>
    <p:sldId id="264" r:id="rId9"/>
    <p:sldId id="270" r:id="rId10"/>
    <p:sldId id="267" r:id="rId11"/>
    <p:sldId id="259" r:id="rId12"/>
    <p:sldId id="268" r:id="rId13"/>
    <p:sldId id="269" r:id="rId14"/>
    <p:sldId id="261" r:id="rId15"/>
    <p:sldId id="266" r:id="rId16"/>
    <p:sldId id="271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AL-ADNANI" userId="7a69b49c0caa100a" providerId="LiveId" clId="{E9FA7FC3-D1E3-4250-944F-11A387CA7973}"/>
    <pc:docChg chg="modSld">
      <pc:chgData name="MOHAMMED AL-ADNANI" userId="7a69b49c0caa100a" providerId="LiveId" clId="{E9FA7FC3-D1E3-4250-944F-11A387CA7973}" dt="2025-05-15T21:55:45.485" v="1" actId="9405"/>
      <pc:docMkLst>
        <pc:docMk/>
      </pc:docMkLst>
      <pc:sldChg chg="modNotesTx">
        <pc:chgData name="MOHAMMED AL-ADNANI" userId="7a69b49c0caa100a" providerId="LiveId" clId="{E9FA7FC3-D1E3-4250-944F-11A387CA7973}" dt="2025-05-15T21:55:25.336" v="0" actId="20577"/>
        <pc:sldMkLst>
          <pc:docMk/>
          <pc:sldMk cId="3963044335" sldId="265"/>
        </pc:sldMkLst>
      </pc:sldChg>
      <pc:sldChg chg="addSp mod">
        <pc:chgData name="MOHAMMED AL-ADNANI" userId="7a69b49c0caa100a" providerId="LiveId" clId="{E9FA7FC3-D1E3-4250-944F-11A387CA7973}" dt="2025-05-15T21:55:45.485" v="1" actId="9405"/>
        <pc:sldMkLst>
          <pc:docMk/>
          <pc:sldMk cId="3208437234" sldId="269"/>
        </pc:sldMkLst>
        <pc:inkChg chg="add">
          <ac:chgData name="MOHAMMED AL-ADNANI" userId="7a69b49c0caa100a" providerId="LiveId" clId="{E9FA7FC3-D1E3-4250-944F-11A387CA7973}" dt="2025-05-15T21:55:45.485" v="1" actId="9405"/>
          <ac:inkMkLst>
            <pc:docMk/>
            <pc:sldMk cId="3208437234" sldId="269"/>
            <ac:inkMk id="17" creationId="{B68AF15F-6DD1-7530-DA1B-B7F1981ED84E}"/>
          </ac:inkMkLst>
        </pc:ink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cityuni-my.sharepoint.com/personal/mohammed_al-adnani_bayes_city_ac_uk/Documents/ARP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cityuni-my.sharepoint.com/personal/mohammed_al-adnani_bayes_city_ac_uk/Documents/ARP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Risky/</a:t>
            </a:r>
            <a:r>
              <a:rPr lang="en-US" baseline="0" dirty="0"/>
              <a:t>Risk-free allocation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Sheet1!$A$3:$A$4</c:f>
              <c:strCache>
                <c:ptCount val="2"/>
                <c:pt idx="0">
                  <c:v>Risk-free</c:v>
                </c:pt>
                <c:pt idx="1">
                  <c:v>Portfolio</c:v>
                </c:pt>
              </c:strCache>
            </c:strRef>
          </c:cat>
          <c:val>
            <c:numRef>
              <c:f>Sheet1!$B$3:$B$4</c:f>
              <c:numCache>
                <c:formatCode>General</c:formatCode>
                <c:ptCount val="2"/>
                <c:pt idx="0">
                  <c:v>5.6</c:v>
                </c:pt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E7-4FD7-8111-1E69B65C6D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Asset Weights - Tangency Portfolio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tangency!$A$7:$Y$7</c:f>
              <c:strCache>
                <c:ptCount val="25"/>
                <c:pt idx="0">
                  <c:v>AZN</c:v>
                </c:pt>
                <c:pt idx="1">
                  <c:v>COST</c:v>
                </c:pt>
                <c:pt idx="2">
                  <c:v>DTE</c:v>
                </c:pt>
                <c:pt idx="3">
                  <c:v>RACE</c:v>
                </c:pt>
                <c:pt idx="4">
                  <c:v>IBE</c:v>
                </c:pt>
                <c:pt idx="5">
                  <c:v>JPM</c:v>
                </c:pt>
                <c:pt idx="6">
                  <c:v>TYO:7974</c:v>
                </c:pt>
                <c:pt idx="7">
                  <c:v>NVDA</c:v>
                </c:pt>
                <c:pt idx="8">
                  <c:v>RIO</c:v>
                </c:pt>
                <c:pt idx="9">
                  <c:v>SIE</c:v>
                </c:pt>
                <c:pt idx="10">
                  <c:v>KRX:000660</c:v>
                </c:pt>
                <c:pt idx="11">
                  <c:v>HKG:0700</c:v>
                </c:pt>
                <c:pt idx="12">
                  <c:v>WM</c:v>
                </c:pt>
                <c:pt idx="13">
                  <c:v>WES</c:v>
                </c:pt>
                <c:pt idx="14">
                  <c:v>HKG:1810</c:v>
                </c:pt>
                <c:pt idx="15">
                  <c:v>WOSC</c:v>
                </c:pt>
                <c:pt idx="16">
                  <c:v>EMXC</c:v>
                </c:pt>
                <c:pt idx="17">
                  <c:v>BNDX</c:v>
                </c:pt>
                <c:pt idx="18">
                  <c:v>TLT</c:v>
                </c:pt>
                <c:pt idx="19">
                  <c:v>VGOV</c:v>
                </c:pt>
                <c:pt idx="20">
                  <c:v>GLDM</c:v>
                </c:pt>
                <c:pt idx="21">
                  <c:v>CMOP</c:v>
                </c:pt>
                <c:pt idx="22">
                  <c:v>VNQ</c:v>
                </c:pt>
                <c:pt idx="23">
                  <c:v>DBMF</c:v>
                </c:pt>
                <c:pt idx="24">
                  <c:v>BTCGBP</c:v>
                </c:pt>
              </c:strCache>
            </c:strRef>
          </c:cat>
          <c:val>
            <c:numRef>
              <c:f>tangency!$A$8:$Y$8</c:f>
              <c:numCache>
                <c:formatCode>General</c:formatCode>
                <c:ptCount val="25"/>
                <c:pt idx="0">
                  <c:v>1.9386687526958199E-2</c:v>
                </c:pt>
                <c:pt idx="1">
                  <c:v>0.21067254335214361</c:v>
                </c:pt>
                <c:pt idx="2">
                  <c:v>0.124308223051245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0.16706120190358989</c:v>
                </c:pt>
                <c:pt idx="7">
                  <c:v>9.6274230414317402E-2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7.4102537174742952E-2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0.16845860954082648</c:v>
                </c:pt>
                <c:pt idx="21">
                  <c:v>9.8032954721920362E-2</c:v>
                </c:pt>
                <c:pt idx="22">
                  <c:v>0</c:v>
                </c:pt>
                <c:pt idx="23">
                  <c:v>0</c:v>
                </c:pt>
                <c:pt idx="24">
                  <c:v>4.1703025905584265E-2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27-4A81-B892-2B0800ADBE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01687504"/>
        <c:axId val="2001687984"/>
      </c:barChart>
      <c:catAx>
        <c:axId val="2001687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1687984"/>
        <c:crosses val="autoZero"/>
        <c:auto val="1"/>
        <c:lblAlgn val="ctr"/>
        <c:lblOffset val="100"/>
        <c:noMultiLvlLbl val="0"/>
      </c:catAx>
      <c:valAx>
        <c:axId val="2001687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1687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Asset</a:t>
            </a:r>
            <a:r>
              <a:rPr lang="en-GB" baseline="0"/>
              <a:t> Weights - </a:t>
            </a:r>
            <a:r>
              <a:rPr lang="en-GB"/>
              <a:t>Constrained</a:t>
            </a:r>
            <a:r>
              <a:rPr lang="en-GB" baseline="0"/>
              <a:t> Portfolio </a:t>
            </a:r>
            <a:endParaRPr lang="en-GB"/>
          </a:p>
        </c:rich>
      </c:tx>
      <c:layout>
        <c:manualLayout>
          <c:xMode val="edge"/>
          <c:yMode val="edge"/>
          <c:x val="0.23450678040244968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constrained!$A$7:$Y$7</c:f>
              <c:strCache>
                <c:ptCount val="25"/>
                <c:pt idx="0">
                  <c:v>AZN</c:v>
                </c:pt>
                <c:pt idx="1">
                  <c:v>COST</c:v>
                </c:pt>
                <c:pt idx="2">
                  <c:v>DTE</c:v>
                </c:pt>
                <c:pt idx="3">
                  <c:v>RACE</c:v>
                </c:pt>
                <c:pt idx="4">
                  <c:v>IBE</c:v>
                </c:pt>
                <c:pt idx="5">
                  <c:v>JPM</c:v>
                </c:pt>
                <c:pt idx="6">
                  <c:v>TYO:7974</c:v>
                </c:pt>
                <c:pt idx="7">
                  <c:v>NVDA</c:v>
                </c:pt>
                <c:pt idx="8">
                  <c:v>RIO</c:v>
                </c:pt>
                <c:pt idx="9">
                  <c:v>SIE</c:v>
                </c:pt>
                <c:pt idx="10">
                  <c:v>KRX:000660</c:v>
                </c:pt>
                <c:pt idx="11">
                  <c:v>HKG:0700</c:v>
                </c:pt>
                <c:pt idx="12">
                  <c:v>WM</c:v>
                </c:pt>
                <c:pt idx="13">
                  <c:v>WES</c:v>
                </c:pt>
                <c:pt idx="14">
                  <c:v>HKG:1810</c:v>
                </c:pt>
                <c:pt idx="15">
                  <c:v>WOSC</c:v>
                </c:pt>
                <c:pt idx="16">
                  <c:v>EMXC</c:v>
                </c:pt>
                <c:pt idx="17">
                  <c:v>BNDX</c:v>
                </c:pt>
                <c:pt idx="18">
                  <c:v>TLT</c:v>
                </c:pt>
                <c:pt idx="19">
                  <c:v>VGOV</c:v>
                </c:pt>
                <c:pt idx="20">
                  <c:v>GLDM</c:v>
                </c:pt>
                <c:pt idx="21">
                  <c:v>CMOP</c:v>
                </c:pt>
                <c:pt idx="22">
                  <c:v>VNQ</c:v>
                </c:pt>
                <c:pt idx="23">
                  <c:v>DBMF</c:v>
                </c:pt>
                <c:pt idx="24">
                  <c:v>BTCGBP</c:v>
                </c:pt>
              </c:strCache>
            </c:strRef>
          </c:cat>
          <c:val>
            <c:numRef>
              <c:f>constrained!$A$8:$Y$8</c:f>
              <c:numCache>
                <c:formatCode>General</c:formatCode>
                <c:ptCount val="25"/>
                <c:pt idx="0">
                  <c:v>7.7876775038904708E-2</c:v>
                </c:pt>
                <c:pt idx="1">
                  <c:v>0.12211813331035333</c:v>
                </c:pt>
                <c:pt idx="2">
                  <c:v>0.12211813268963601</c:v>
                </c:pt>
                <c:pt idx="3">
                  <c:v>1.01688624294929E-2</c:v>
                </c:pt>
                <c:pt idx="4">
                  <c:v>0</c:v>
                </c:pt>
                <c:pt idx="5">
                  <c:v>0</c:v>
                </c:pt>
                <c:pt idx="6">
                  <c:v>2.4835106364098383E-2</c:v>
                </c:pt>
                <c:pt idx="7">
                  <c:v>6.5854567411947298E-2</c:v>
                </c:pt>
                <c:pt idx="8">
                  <c:v>0</c:v>
                </c:pt>
                <c:pt idx="9">
                  <c:v>1.6985897038328996E-2</c:v>
                </c:pt>
                <c:pt idx="10">
                  <c:v>0</c:v>
                </c:pt>
                <c:pt idx="11">
                  <c:v>0</c:v>
                </c:pt>
                <c:pt idx="12">
                  <c:v>7.3885863992353473E-2</c:v>
                </c:pt>
                <c:pt idx="13">
                  <c:v>6.5318836342236952E-2</c:v>
                </c:pt>
                <c:pt idx="14">
                  <c:v>3.1428458889532926E-2</c:v>
                </c:pt>
                <c:pt idx="15">
                  <c:v>0</c:v>
                </c:pt>
                <c:pt idx="16">
                  <c:v>0</c:v>
                </c:pt>
                <c:pt idx="17">
                  <c:v>0.15</c:v>
                </c:pt>
                <c:pt idx="18">
                  <c:v>0</c:v>
                </c:pt>
                <c:pt idx="19">
                  <c:v>0</c:v>
                </c:pt>
                <c:pt idx="20">
                  <c:v>0.12403960265337959</c:v>
                </c:pt>
                <c:pt idx="21">
                  <c:v>6.1392645297592259E-2</c:v>
                </c:pt>
                <c:pt idx="22">
                  <c:v>0</c:v>
                </c:pt>
                <c:pt idx="23">
                  <c:v>0</c:v>
                </c:pt>
                <c:pt idx="24">
                  <c:v>5.397711902594958E-2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39-4B00-B8DB-E1829C98F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02297712"/>
        <c:axId val="1902298672"/>
      </c:barChart>
      <c:catAx>
        <c:axId val="190229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298672"/>
        <c:crosses val="autoZero"/>
        <c:auto val="1"/>
        <c:lblAlgn val="ctr"/>
        <c:lblOffset val="100"/>
        <c:noMultiLvlLbl val="0"/>
      </c:catAx>
      <c:valAx>
        <c:axId val="1902298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29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876B9E-02CD-4F41-A64D-C37E0DB89D5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FB1764F-7A18-4926-87EB-6476DFD7E201}">
      <dgm:prSet phldrT="[Text]"/>
      <dgm:spPr/>
      <dgm:t>
        <a:bodyPr/>
        <a:lstStyle/>
        <a:p>
          <a:pPr>
            <a:buNone/>
          </a:pPr>
          <a:r>
            <a:rPr lang="en-GB" dirty="0"/>
            <a:t>Tangency</a:t>
          </a:r>
        </a:p>
      </dgm:t>
    </dgm:pt>
    <dgm:pt modelId="{8DB28560-4B28-444C-813D-0680AFC364A3}" type="parTrans" cxnId="{DF260C36-21D2-41A8-8421-4D2356774F73}">
      <dgm:prSet/>
      <dgm:spPr/>
      <dgm:t>
        <a:bodyPr/>
        <a:lstStyle/>
        <a:p>
          <a:endParaRPr lang="en-GB"/>
        </a:p>
      </dgm:t>
    </dgm:pt>
    <dgm:pt modelId="{26E96A97-7BF6-41FA-9D3A-B821DE8B721E}" type="sibTrans" cxnId="{DF260C36-21D2-41A8-8421-4D2356774F73}">
      <dgm:prSet/>
      <dgm:spPr/>
      <dgm:t>
        <a:bodyPr/>
        <a:lstStyle/>
        <a:p>
          <a:endParaRPr lang="en-GB"/>
        </a:p>
      </dgm:t>
    </dgm:pt>
    <dgm:pt modelId="{D8820B3E-54BA-4C9B-8C31-C42058162865}">
      <dgm:prSet phldrT="[Text]"/>
      <dgm:spPr/>
      <dgm:t>
        <a:bodyPr/>
        <a:lstStyle/>
        <a:p>
          <a:pPr>
            <a:buNone/>
          </a:pPr>
          <a:r>
            <a:rPr lang="en-GB" dirty="0"/>
            <a:t>Maximum Sharpe portfolio not diversified enough</a:t>
          </a:r>
        </a:p>
      </dgm:t>
    </dgm:pt>
    <dgm:pt modelId="{4A0634A4-FCA5-4781-93C2-D95FEB883720}" type="parTrans" cxnId="{3547DB3B-5601-4F16-AB38-922D4196D55A}">
      <dgm:prSet/>
      <dgm:spPr/>
      <dgm:t>
        <a:bodyPr/>
        <a:lstStyle/>
        <a:p>
          <a:endParaRPr lang="en-GB"/>
        </a:p>
      </dgm:t>
    </dgm:pt>
    <dgm:pt modelId="{B7E36AEE-BF37-440D-878A-941D8502187A}" type="sibTrans" cxnId="{3547DB3B-5601-4F16-AB38-922D4196D55A}">
      <dgm:prSet/>
      <dgm:spPr/>
      <dgm:t>
        <a:bodyPr/>
        <a:lstStyle/>
        <a:p>
          <a:endParaRPr lang="en-GB"/>
        </a:p>
      </dgm:t>
    </dgm:pt>
    <dgm:pt modelId="{A574A454-ABF1-4604-A5BA-AE7C70BE731F}">
      <dgm:prSet phldrT="[Text]"/>
      <dgm:spPr/>
      <dgm:t>
        <a:bodyPr/>
        <a:lstStyle/>
        <a:p>
          <a:pPr algn="l">
            <a:buNone/>
          </a:pPr>
          <a:r>
            <a:rPr lang="en-GB" dirty="0"/>
            <a:t>Constrained</a:t>
          </a:r>
        </a:p>
      </dgm:t>
    </dgm:pt>
    <dgm:pt modelId="{4D12CBB7-7A8D-4828-9AE9-8E5759686C4F}" type="parTrans" cxnId="{55C8B024-698F-4AE8-8687-9AED6D172705}">
      <dgm:prSet/>
      <dgm:spPr/>
      <dgm:t>
        <a:bodyPr/>
        <a:lstStyle/>
        <a:p>
          <a:endParaRPr lang="en-GB"/>
        </a:p>
      </dgm:t>
    </dgm:pt>
    <dgm:pt modelId="{DBC90A6E-D9C2-4613-B097-443618DFFB04}" type="sibTrans" cxnId="{55C8B024-698F-4AE8-8687-9AED6D172705}">
      <dgm:prSet/>
      <dgm:spPr/>
      <dgm:t>
        <a:bodyPr/>
        <a:lstStyle/>
        <a:p>
          <a:endParaRPr lang="en-GB"/>
        </a:p>
      </dgm:t>
    </dgm:pt>
    <dgm:pt modelId="{E8577399-01EB-44B4-95D8-100C9A73C0FC}">
      <dgm:prSet phldrT="[Text]"/>
      <dgm:spPr/>
      <dgm:t>
        <a:bodyPr/>
        <a:lstStyle/>
        <a:p>
          <a:pPr algn="l">
            <a:buNone/>
          </a:pPr>
          <a:r>
            <a:rPr lang="en-GB" dirty="0"/>
            <a:t>Portfolio successfully diversified however expected return/risk too high for target.</a:t>
          </a:r>
        </a:p>
      </dgm:t>
    </dgm:pt>
    <dgm:pt modelId="{455428FC-5394-42D7-A537-190C563D405D}" type="parTrans" cxnId="{9B425F36-BBDE-4C01-BF51-7B65D0431DA0}">
      <dgm:prSet/>
      <dgm:spPr/>
      <dgm:t>
        <a:bodyPr/>
        <a:lstStyle/>
        <a:p>
          <a:endParaRPr lang="en-GB"/>
        </a:p>
      </dgm:t>
    </dgm:pt>
    <dgm:pt modelId="{5D1E902C-AF2C-4D3F-AA2C-CE69A55F3363}" type="sibTrans" cxnId="{9B425F36-BBDE-4C01-BF51-7B65D0431DA0}">
      <dgm:prSet/>
      <dgm:spPr/>
      <dgm:t>
        <a:bodyPr/>
        <a:lstStyle/>
        <a:p>
          <a:endParaRPr lang="en-GB"/>
        </a:p>
      </dgm:t>
    </dgm:pt>
    <dgm:pt modelId="{90B812DF-27E8-4448-9ECC-2534E181B60C}">
      <dgm:prSet phldrT="[Text]"/>
      <dgm:spPr/>
      <dgm:t>
        <a:bodyPr/>
        <a:lstStyle/>
        <a:p>
          <a:pPr>
            <a:buNone/>
          </a:pPr>
          <a:r>
            <a:rPr lang="en-GB" dirty="0"/>
            <a:t>Final</a:t>
          </a:r>
        </a:p>
      </dgm:t>
    </dgm:pt>
    <dgm:pt modelId="{D07963B6-C659-4C1B-BACD-661F40D56FD3}" type="parTrans" cxnId="{2A1C6193-9592-4F72-99B6-88C5FD832CAC}">
      <dgm:prSet/>
      <dgm:spPr/>
      <dgm:t>
        <a:bodyPr/>
        <a:lstStyle/>
        <a:p>
          <a:endParaRPr lang="en-GB"/>
        </a:p>
      </dgm:t>
    </dgm:pt>
    <dgm:pt modelId="{85009CBA-D9BD-49A5-B656-46095B8B67E5}" type="sibTrans" cxnId="{2A1C6193-9592-4F72-99B6-88C5FD832CAC}">
      <dgm:prSet/>
      <dgm:spPr/>
      <dgm:t>
        <a:bodyPr/>
        <a:lstStyle/>
        <a:p>
          <a:endParaRPr lang="en-GB"/>
        </a:p>
      </dgm:t>
    </dgm:pt>
    <dgm:pt modelId="{958D0EC1-1A15-4CDD-A8F9-F1BCAB8F9CF6}">
      <dgm:prSet phldrT="[Text]"/>
      <dgm:spPr/>
      <dgm:t>
        <a:bodyPr/>
        <a:lstStyle/>
        <a:p>
          <a:pPr>
            <a:buNone/>
          </a:pPr>
          <a:r>
            <a:rPr lang="en-GB" dirty="0"/>
            <a:t>Combined with the risk-free asset to attain target return while maintaining Sharpe ratio</a:t>
          </a:r>
        </a:p>
      </dgm:t>
    </dgm:pt>
    <dgm:pt modelId="{1131422B-D3A0-4122-977D-74D95EB815CE}" type="parTrans" cxnId="{BBD64E1B-BB04-4E64-8E3D-FB2B2A39093B}">
      <dgm:prSet/>
      <dgm:spPr/>
      <dgm:t>
        <a:bodyPr/>
        <a:lstStyle/>
        <a:p>
          <a:endParaRPr lang="en-GB"/>
        </a:p>
      </dgm:t>
    </dgm:pt>
    <dgm:pt modelId="{D95B67AE-1A7A-47DC-B880-0EA6123B571F}" type="sibTrans" cxnId="{BBD64E1B-BB04-4E64-8E3D-FB2B2A39093B}">
      <dgm:prSet/>
      <dgm:spPr/>
      <dgm:t>
        <a:bodyPr/>
        <a:lstStyle/>
        <a:p>
          <a:endParaRPr lang="en-GB"/>
        </a:p>
      </dgm:t>
    </dgm:pt>
    <dgm:pt modelId="{6E5F2895-BF96-4B1F-B350-98B9625CC0A1}" type="pres">
      <dgm:prSet presAssocID="{4F876B9E-02CD-4F41-A64D-C37E0DB89D54}" presName="outerComposite" presStyleCnt="0">
        <dgm:presLayoutVars>
          <dgm:chMax val="5"/>
          <dgm:dir/>
          <dgm:resizeHandles val="exact"/>
        </dgm:presLayoutVars>
      </dgm:prSet>
      <dgm:spPr/>
    </dgm:pt>
    <dgm:pt modelId="{645841EF-B7A7-452B-AC53-2541FF572408}" type="pres">
      <dgm:prSet presAssocID="{4F876B9E-02CD-4F41-A64D-C37E0DB89D54}" presName="dummyMaxCanvas" presStyleCnt="0">
        <dgm:presLayoutVars/>
      </dgm:prSet>
      <dgm:spPr/>
    </dgm:pt>
    <dgm:pt modelId="{F42E4707-DA2E-4F5F-A881-BB5B1108E4E0}" type="pres">
      <dgm:prSet presAssocID="{4F876B9E-02CD-4F41-A64D-C37E0DB89D54}" presName="ThreeNodes_1" presStyleLbl="node1" presStyleIdx="0" presStyleCnt="3" custLinFactNeighborY="-1150">
        <dgm:presLayoutVars>
          <dgm:bulletEnabled val="1"/>
        </dgm:presLayoutVars>
      </dgm:prSet>
      <dgm:spPr/>
    </dgm:pt>
    <dgm:pt modelId="{96C96E56-A208-42FB-942A-C20576A733E5}" type="pres">
      <dgm:prSet presAssocID="{4F876B9E-02CD-4F41-A64D-C37E0DB89D54}" presName="ThreeNodes_2" presStyleLbl="node1" presStyleIdx="1" presStyleCnt="3">
        <dgm:presLayoutVars>
          <dgm:bulletEnabled val="1"/>
        </dgm:presLayoutVars>
      </dgm:prSet>
      <dgm:spPr/>
    </dgm:pt>
    <dgm:pt modelId="{BE5EB676-3A84-422F-9715-CD83824113BF}" type="pres">
      <dgm:prSet presAssocID="{4F876B9E-02CD-4F41-A64D-C37E0DB89D54}" presName="ThreeNodes_3" presStyleLbl="node1" presStyleIdx="2" presStyleCnt="3">
        <dgm:presLayoutVars>
          <dgm:bulletEnabled val="1"/>
        </dgm:presLayoutVars>
      </dgm:prSet>
      <dgm:spPr/>
    </dgm:pt>
    <dgm:pt modelId="{241CC7DD-8DF9-49A6-8755-54CD323FB384}" type="pres">
      <dgm:prSet presAssocID="{4F876B9E-02CD-4F41-A64D-C37E0DB89D54}" presName="ThreeConn_1-2" presStyleLbl="fgAccFollowNode1" presStyleIdx="0" presStyleCnt="2">
        <dgm:presLayoutVars>
          <dgm:bulletEnabled val="1"/>
        </dgm:presLayoutVars>
      </dgm:prSet>
      <dgm:spPr/>
    </dgm:pt>
    <dgm:pt modelId="{989D2F6B-1512-46D2-B796-6896F49839C1}" type="pres">
      <dgm:prSet presAssocID="{4F876B9E-02CD-4F41-A64D-C37E0DB89D54}" presName="ThreeConn_2-3" presStyleLbl="fgAccFollowNode1" presStyleIdx="1" presStyleCnt="2">
        <dgm:presLayoutVars>
          <dgm:bulletEnabled val="1"/>
        </dgm:presLayoutVars>
      </dgm:prSet>
      <dgm:spPr/>
    </dgm:pt>
    <dgm:pt modelId="{F06906AF-E2AA-4E6F-9425-E3390075726E}" type="pres">
      <dgm:prSet presAssocID="{4F876B9E-02CD-4F41-A64D-C37E0DB89D54}" presName="ThreeNodes_1_text" presStyleLbl="node1" presStyleIdx="2" presStyleCnt="3">
        <dgm:presLayoutVars>
          <dgm:bulletEnabled val="1"/>
        </dgm:presLayoutVars>
      </dgm:prSet>
      <dgm:spPr/>
    </dgm:pt>
    <dgm:pt modelId="{E9D3CB66-4104-4CED-840C-AF79C1F448DB}" type="pres">
      <dgm:prSet presAssocID="{4F876B9E-02CD-4F41-A64D-C37E0DB89D54}" presName="ThreeNodes_2_text" presStyleLbl="node1" presStyleIdx="2" presStyleCnt="3">
        <dgm:presLayoutVars>
          <dgm:bulletEnabled val="1"/>
        </dgm:presLayoutVars>
      </dgm:prSet>
      <dgm:spPr/>
    </dgm:pt>
    <dgm:pt modelId="{E63263C6-553E-489B-8902-18C3150338D0}" type="pres">
      <dgm:prSet presAssocID="{4F876B9E-02CD-4F41-A64D-C37E0DB89D5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DF4A6C17-C25C-4A6B-AC00-07119A729E35}" type="presOf" srcId="{D8820B3E-54BA-4C9B-8C31-C42058162865}" destId="{F42E4707-DA2E-4F5F-A881-BB5B1108E4E0}" srcOrd="0" destOrd="1" presId="urn:microsoft.com/office/officeart/2005/8/layout/vProcess5"/>
    <dgm:cxn modelId="{B1FEC718-7C67-47CB-AEC6-9D04F3457507}" type="presOf" srcId="{90B812DF-27E8-4448-9ECC-2534E181B60C}" destId="{E63263C6-553E-489B-8902-18C3150338D0}" srcOrd="1" destOrd="0" presId="urn:microsoft.com/office/officeart/2005/8/layout/vProcess5"/>
    <dgm:cxn modelId="{BBD64E1B-BB04-4E64-8E3D-FB2B2A39093B}" srcId="{90B812DF-27E8-4448-9ECC-2534E181B60C}" destId="{958D0EC1-1A15-4CDD-A8F9-F1BCAB8F9CF6}" srcOrd="0" destOrd="0" parTransId="{1131422B-D3A0-4122-977D-74D95EB815CE}" sibTransId="{D95B67AE-1A7A-47DC-B880-0EA6123B571F}"/>
    <dgm:cxn modelId="{55C8B024-698F-4AE8-8687-9AED6D172705}" srcId="{4F876B9E-02CD-4F41-A64D-C37E0DB89D54}" destId="{A574A454-ABF1-4604-A5BA-AE7C70BE731F}" srcOrd="1" destOrd="0" parTransId="{4D12CBB7-7A8D-4828-9AE9-8E5759686C4F}" sibTransId="{DBC90A6E-D9C2-4613-B097-443618DFFB04}"/>
    <dgm:cxn modelId="{388DF934-0EF4-4840-81B6-F29C63A22F05}" type="presOf" srcId="{E8577399-01EB-44B4-95D8-100C9A73C0FC}" destId="{E9D3CB66-4104-4CED-840C-AF79C1F448DB}" srcOrd="1" destOrd="1" presId="urn:microsoft.com/office/officeart/2005/8/layout/vProcess5"/>
    <dgm:cxn modelId="{DF260C36-21D2-41A8-8421-4D2356774F73}" srcId="{4F876B9E-02CD-4F41-A64D-C37E0DB89D54}" destId="{4FB1764F-7A18-4926-87EB-6476DFD7E201}" srcOrd="0" destOrd="0" parTransId="{8DB28560-4B28-444C-813D-0680AFC364A3}" sibTransId="{26E96A97-7BF6-41FA-9D3A-B821DE8B721E}"/>
    <dgm:cxn modelId="{9B425F36-BBDE-4C01-BF51-7B65D0431DA0}" srcId="{A574A454-ABF1-4604-A5BA-AE7C70BE731F}" destId="{E8577399-01EB-44B4-95D8-100C9A73C0FC}" srcOrd="0" destOrd="0" parTransId="{455428FC-5394-42D7-A537-190C563D405D}" sibTransId="{5D1E902C-AF2C-4D3F-AA2C-CE69A55F3363}"/>
    <dgm:cxn modelId="{3D66F539-9CDB-4D02-8AA9-CE71B3B08980}" type="presOf" srcId="{D8820B3E-54BA-4C9B-8C31-C42058162865}" destId="{F06906AF-E2AA-4E6F-9425-E3390075726E}" srcOrd="1" destOrd="1" presId="urn:microsoft.com/office/officeart/2005/8/layout/vProcess5"/>
    <dgm:cxn modelId="{3547DB3B-5601-4F16-AB38-922D4196D55A}" srcId="{4FB1764F-7A18-4926-87EB-6476DFD7E201}" destId="{D8820B3E-54BA-4C9B-8C31-C42058162865}" srcOrd="0" destOrd="0" parTransId="{4A0634A4-FCA5-4781-93C2-D95FEB883720}" sibTransId="{B7E36AEE-BF37-440D-878A-941D8502187A}"/>
    <dgm:cxn modelId="{6F20C540-A63E-4286-A73D-BB55A7BB8A4A}" type="presOf" srcId="{DBC90A6E-D9C2-4613-B097-443618DFFB04}" destId="{989D2F6B-1512-46D2-B796-6896F49839C1}" srcOrd="0" destOrd="0" presId="urn:microsoft.com/office/officeart/2005/8/layout/vProcess5"/>
    <dgm:cxn modelId="{E4FF5F49-29F6-4491-999E-43C31C20656D}" type="presOf" srcId="{A574A454-ABF1-4604-A5BA-AE7C70BE731F}" destId="{96C96E56-A208-42FB-942A-C20576A733E5}" srcOrd="0" destOrd="0" presId="urn:microsoft.com/office/officeart/2005/8/layout/vProcess5"/>
    <dgm:cxn modelId="{D4B95849-FF52-4D12-A116-D063AC6D888E}" type="presOf" srcId="{4FB1764F-7A18-4926-87EB-6476DFD7E201}" destId="{F42E4707-DA2E-4F5F-A881-BB5B1108E4E0}" srcOrd="0" destOrd="0" presId="urn:microsoft.com/office/officeart/2005/8/layout/vProcess5"/>
    <dgm:cxn modelId="{22F3BC50-523C-420E-8C1B-B64030E48A2D}" type="presOf" srcId="{4FB1764F-7A18-4926-87EB-6476DFD7E201}" destId="{F06906AF-E2AA-4E6F-9425-E3390075726E}" srcOrd="1" destOrd="0" presId="urn:microsoft.com/office/officeart/2005/8/layout/vProcess5"/>
    <dgm:cxn modelId="{3F181D88-928A-4F59-9C34-0F0129D98C1E}" type="presOf" srcId="{958D0EC1-1A15-4CDD-A8F9-F1BCAB8F9CF6}" destId="{E63263C6-553E-489B-8902-18C3150338D0}" srcOrd="1" destOrd="1" presId="urn:microsoft.com/office/officeart/2005/8/layout/vProcess5"/>
    <dgm:cxn modelId="{9A764089-08BD-4918-8A2B-FBF4DEDCFF36}" type="presOf" srcId="{90B812DF-27E8-4448-9ECC-2534E181B60C}" destId="{BE5EB676-3A84-422F-9715-CD83824113BF}" srcOrd="0" destOrd="0" presId="urn:microsoft.com/office/officeart/2005/8/layout/vProcess5"/>
    <dgm:cxn modelId="{2A1C6193-9592-4F72-99B6-88C5FD832CAC}" srcId="{4F876B9E-02CD-4F41-A64D-C37E0DB89D54}" destId="{90B812DF-27E8-4448-9ECC-2534E181B60C}" srcOrd="2" destOrd="0" parTransId="{D07963B6-C659-4C1B-BACD-661F40D56FD3}" sibTransId="{85009CBA-D9BD-49A5-B656-46095B8B67E5}"/>
    <dgm:cxn modelId="{3229FE9E-1A63-4D81-9EC1-A98111E4A97D}" type="presOf" srcId="{26E96A97-7BF6-41FA-9D3A-B821DE8B721E}" destId="{241CC7DD-8DF9-49A6-8755-54CD323FB384}" srcOrd="0" destOrd="0" presId="urn:microsoft.com/office/officeart/2005/8/layout/vProcess5"/>
    <dgm:cxn modelId="{D8EAFEA5-7585-444A-B496-25B2E052A2AA}" type="presOf" srcId="{A574A454-ABF1-4604-A5BA-AE7C70BE731F}" destId="{E9D3CB66-4104-4CED-840C-AF79C1F448DB}" srcOrd="1" destOrd="0" presId="urn:microsoft.com/office/officeart/2005/8/layout/vProcess5"/>
    <dgm:cxn modelId="{B77F96B1-613B-409E-BEE4-8DF8D06475FA}" type="presOf" srcId="{4F876B9E-02CD-4F41-A64D-C37E0DB89D54}" destId="{6E5F2895-BF96-4B1F-B350-98B9625CC0A1}" srcOrd="0" destOrd="0" presId="urn:microsoft.com/office/officeart/2005/8/layout/vProcess5"/>
    <dgm:cxn modelId="{B95D18D5-C889-4C59-BADC-94EF6C7399A2}" type="presOf" srcId="{958D0EC1-1A15-4CDD-A8F9-F1BCAB8F9CF6}" destId="{BE5EB676-3A84-422F-9715-CD83824113BF}" srcOrd="0" destOrd="1" presId="urn:microsoft.com/office/officeart/2005/8/layout/vProcess5"/>
    <dgm:cxn modelId="{2F6BF1F0-1582-4886-A3E4-E6891F671E27}" type="presOf" srcId="{E8577399-01EB-44B4-95D8-100C9A73C0FC}" destId="{96C96E56-A208-42FB-942A-C20576A733E5}" srcOrd="0" destOrd="1" presId="urn:microsoft.com/office/officeart/2005/8/layout/vProcess5"/>
    <dgm:cxn modelId="{C8DC67D0-76CF-439C-A548-48B117B89274}" type="presParOf" srcId="{6E5F2895-BF96-4B1F-B350-98B9625CC0A1}" destId="{645841EF-B7A7-452B-AC53-2541FF572408}" srcOrd="0" destOrd="0" presId="urn:microsoft.com/office/officeart/2005/8/layout/vProcess5"/>
    <dgm:cxn modelId="{6F7F9065-3E74-46F1-ACA7-54908ABD0262}" type="presParOf" srcId="{6E5F2895-BF96-4B1F-B350-98B9625CC0A1}" destId="{F42E4707-DA2E-4F5F-A881-BB5B1108E4E0}" srcOrd="1" destOrd="0" presId="urn:microsoft.com/office/officeart/2005/8/layout/vProcess5"/>
    <dgm:cxn modelId="{916BCC87-8D79-4058-8CBB-5198E1DA22FC}" type="presParOf" srcId="{6E5F2895-BF96-4B1F-B350-98B9625CC0A1}" destId="{96C96E56-A208-42FB-942A-C20576A733E5}" srcOrd="2" destOrd="0" presId="urn:microsoft.com/office/officeart/2005/8/layout/vProcess5"/>
    <dgm:cxn modelId="{C88A4A8D-2E7E-49F6-BFD6-231998D22704}" type="presParOf" srcId="{6E5F2895-BF96-4B1F-B350-98B9625CC0A1}" destId="{BE5EB676-3A84-422F-9715-CD83824113BF}" srcOrd="3" destOrd="0" presId="urn:microsoft.com/office/officeart/2005/8/layout/vProcess5"/>
    <dgm:cxn modelId="{2500C751-229E-47B7-B533-F9C0BE0F1A44}" type="presParOf" srcId="{6E5F2895-BF96-4B1F-B350-98B9625CC0A1}" destId="{241CC7DD-8DF9-49A6-8755-54CD323FB384}" srcOrd="4" destOrd="0" presId="urn:microsoft.com/office/officeart/2005/8/layout/vProcess5"/>
    <dgm:cxn modelId="{8D8CFD60-574C-40AD-A10F-4CE8ADB3D224}" type="presParOf" srcId="{6E5F2895-BF96-4B1F-B350-98B9625CC0A1}" destId="{989D2F6B-1512-46D2-B796-6896F49839C1}" srcOrd="5" destOrd="0" presId="urn:microsoft.com/office/officeart/2005/8/layout/vProcess5"/>
    <dgm:cxn modelId="{60E79878-0945-415A-8572-9E6C9CF14F05}" type="presParOf" srcId="{6E5F2895-BF96-4B1F-B350-98B9625CC0A1}" destId="{F06906AF-E2AA-4E6F-9425-E3390075726E}" srcOrd="6" destOrd="0" presId="urn:microsoft.com/office/officeart/2005/8/layout/vProcess5"/>
    <dgm:cxn modelId="{FA746B11-594D-450F-9A8C-796E57109E58}" type="presParOf" srcId="{6E5F2895-BF96-4B1F-B350-98B9625CC0A1}" destId="{E9D3CB66-4104-4CED-840C-AF79C1F448DB}" srcOrd="7" destOrd="0" presId="urn:microsoft.com/office/officeart/2005/8/layout/vProcess5"/>
    <dgm:cxn modelId="{B408A76C-4AE2-4FE9-9A2D-F2DCAAB03810}" type="presParOf" srcId="{6E5F2895-BF96-4B1F-B350-98B9625CC0A1}" destId="{E63263C6-553E-489B-8902-18C3150338D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C2264D5-7D9F-4266-A62A-1FB6CFE4D34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8AF2515-995A-47C3-9A68-39F89FE156F7}">
      <dgm:prSet phldrT="[Text]"/>
      <dgm:spPr/>
      <dgm:t>
        <a:bodyPr/>
        <a:lstStyle/>
        <a:p>
          <a:pPr algn="l">
            <a:buFont typeface="Arial" panose="020B0604020202020204" pitchFamily="34" charset="0"/>
            <a:buNone/>
          </a:pPr>
          <a:r>
            <a:rPr lang="en-GB" dirty="0"/>
            <a:t>   equities exhibit high risk compared to fixed income and commodities</a:t>
          </a:r>
        </a:p>
      </dgm:t>
    </dgm:pt>
    <dgm:pt modelId="{A7B03DA3-6921-400A-98E9-8667E767D14D}" type="parTrans" cxnId="{9A8A465E-1E4F-4AC2-99F8-52E1088C6164}">
      <dgm:prSet/>
      <dgm:spPr/>
      <dgm:t>
        <a:bodyPr/>
        <a:lstStyle/>
        <a:p>
          <a:endParaRPr lang="en-GB"/>
        </a:p>
      </dgm:t>
    </dgm:pt>
    <dgm:pt modelId="{B3516CEA-501C-41A4-84B7-E739FFB2B70E}" type="sibTrans" cxnId="{9A8A465E-1E4F-4AC2-99F8-52E1088C6164}">
      <dgm:prSet/>
      <dgm:spPr/>
      <dgm:t>
        <a:bodyPr/>
        <a:lstStyle/>
        <a:p>
          <a:endParaRPr lang="en-GB"/>
        </a:p>
      </dgm:t>
    </dgm:pt>
    <dgm:pt modelId="{767EDE6B-1B9C-4798-9129-A1A4B4706E02}">
      <dgm:prSet/>
      <dgm:spPr/>
      <dgm:t>
        <a:bodyPr/>
        <a:lstStyle/>
        <a:p>
          <a:r>
            <a:rPr lang="en-GB" dirty="0"/>
            <a:t>Interest rate risk</a:t>
          </a:r>
        </a:p>
      </dgm:t>
    </dgm:pt>
    <dgm:pt modelId="{6AF8CC86-DD1B-4E6F-9595-03A7F4B3CFD4}" type="parTrans" cxnId="{AE67B655-E2D0-4646-BCDD-8AF737A6043C}">
      <dgm:prSet/>
      <dgm:spPr/>
      <dgm:t>
        <a:bodyPr/>
        <a:lstStyle/>
        <a:p>
          <a:endParaRPr lang="en-GB"/>
        </a:p>
      </dgm:t>
    </dgm:pt>
    <dgm:pt modelId="{A4610674-E3F6-43F7-965E-7F477BBA7833}" type="sibTrans" cxnId="{AE67B655-E2D0-4646-BCDD-8AF737A6043C}">
      <dgm:prSet/>
      <dgm:spPr/>
      <dgm:t>
        <a:bodyPr/>
        <a:lstStyle/>
        <a:p>
          <a:endParaRPr lang="en-GB"/>
        </a:p>
      </dgm:t>
    </dgm:pt>
    <dgm:pt modelId="{98E45C69-9E29-4C00-ACA5-49C19136D421}">
      <dgm:prSet/>
      <dgm:spPr/>
      <dgm:t>
        <a:bodyPr/>
        <a:lstStyle/>
        <a:p>
          <a:r>
            <a:rPr lang="en-GB" dirty="0"/>
            <a:t>Commodity market risk</a:t>
          </a:r>
        </a:p>
      </dgm:t>
    </dgm:pt>
    <dgm:pt modelId="{01FF5E2E-CEEE-4311-B4C5-9C706E041FD8}" type="parTrans" cxnId="{2A05C99A-DA1B-44AD-B1FA-666FF6295F84}">
      <dgm:prSet/>
      <dgm:spPr/>
      <dgm:t>
        <a:bodyPr/>
        <a:lstStyle/>
        <a:p>
          <a:endParaRPr lang="en-GB"/>
        </a:p>
      </dgm:t>
    </dgm:pt>
    <dgm:pt modelId="{54865232-CA05-4F25-9166-A05BD0AD3404}" type="sibTrans" cxnId="{2A05C99A-DA1B-44AD-B1FA-666FF6295F84}">
      <dgm:prSet/>
      <dgm:spPr/>
      <dgm:t>
        <a:bodyPr/>
        <a:lstStyle/>
        <a:p>
          <a:endParaRPr lang="en-GB"/>
        </a:p>
      </dgm:t>
    </dgm:pt>
    <dgm:pt modelId="{CB2BF92E-1BEB-465A-A05B-F3595D4BED67}">
      <dgm:prSet phldrT="[Text]"/>
      <dgm:spPr/>
      <dgm:t>
        <a:bodyPr/>
        <a:lstStyle/>
        <a:p>
          <a:r>
            <a:rPr lang="en-GB" dirty="0"/>
            <a:t>Market and company risk </a:t>
          </a:r>
        </a:p>
      </dgm:t>
    </dgm:pt>
    <dgm:pt modelId="{6668DB78-2B90-4145-A908-BE11608D8C0C}" type="parTrans" cxnId="{BAE2C73C-E67D-402D-AD67-71F4145F2F79}">
      <dgm:prSet/>
      <dgm:spPr/>
      <dgm:t>
        <a:bodyPr/>
        <a:lstStyle/>
        <a:p>
          <a:endParaRPr lang="en-GB"/>
        </a:p>
      </dgm:t>
    </dgm:pt>
    <dgm:pt modelId="{F8443894-630C-41F8-A30F-0235387E21BD}" type="sibTrans" cxnId="{BAE2C73C-E67D-402D-AD67-71F4145F2F79}">
      <dgm:prSet/>
      <dgm:spPr/>
      <dgm:t>
        <a:bodyPr/>
        <a:lstStyle/>
        <a:p>
          <a:endParaRPr lang="en-GB"/>
        </a:p>
      </dgm:t>
    </dgm:pt>
    <dgm:pt modelId="{C62700DA-BD67-4C72-A1BA-823ABCBD98F1}">
      <dgm:prSet/>
      <dgm:spPr/>
      <dgm:t>
        <a:bodyPr/>
        <a:lstStyle/>
        <a:p>
          <a:r>
            <a:rPr lang="en-GB" dirty="0"/>
            <a:t>FX risk</a:t>
          </a:r>
        </a:p>
      </dgm:t>
    </dgm:pt>
    <dgm:pt modelId="{14580638-F6F8-4C9B-8ADB-E5AA986458A5}" type="parTrans" cxnId="{BF129C8C-AE78-4A68-B06B-1C604C74F378}">
      <dgm:prSet/>
      <dgm:spPr/>
      <dgm:t>
        <a:bodyPr/>
        <a:lstStyle/>
        <a:p>
          <a:endParaRPr lang="en-GB"/>
        </a:p>
      </dgm:t>
    </dgm:pt>
    <dgm:pt modelId="{3BDA6EE8-276E-4521-B561-E471CAB84EC6}" type="sibTrans" cxnId="{BF129C8C-AE78-4A68-B06B-1C604C74F378}">
      <dgm:prSet/>
      <dgm:spPr/>
      <dgm:t>
        <a:bodyPr/>
        <a:lstStyle/>
        <a:p>
          <a:endParaRPr lang="en-GB"/>
        </a:p>
      </dgm:t>
    </dgm:pt>
    <dgm:pt modelId="{B2FA21B8-A243-4977-9C07-B271BB384E20}">
      <dgm:prSet/>
      <dgm:spPr/>
      <dgm:t>
        <a:bodyPr/>
        <a:lstStyle/>
        <a:p>
          <a:pPr>
            <a:buNone/>
          </a:pPr>
          <a:r>
            <a:rPr lang="en-GB" dirty="0"/>
            <a:t>bonds exhibit lower volatility overall - potential growth if interest rates decrease</a:t>
          </a:r>
        </a:p>
      </dgm:t>
    </dgm:pt>
    <dgm:pt modelId="{59D85B9F-A6ED-47BE-899E-FB9CC9A220CE}" type="parTrans" cxnId="{9FCBA57F-297B-42B7-91BF-C4D1ACABAEE6}">
      <dgm:prSet/>
      <dgm:spPr/>
      <dgm:t>
        <a:bodyPr/>
        <a:lstStyle/>
        <a:p>
          <a:endParaRPr lang="en-GB"/>
        </a:p>
      </dgm:t>
    </dgm:pt>
    <dgm:pt modelId="{C6BF6E90-69B2-4778-BF42-A4F3E8543076}" type="sibTrans" cxnId="{9FCBA57F-297B-42B7-91BF-C4D1ACABAEE6}">
      <dgm:prSet/>
      <dgm:spPr/>
      <dgm:t>
        <a:bodyPr/>
        <a:lstStyle/>
        <a:p>
          <a:endParaRPr lang="en-GB"/>
        </a:p>
      </dgm:t>
    </dgm:pt>
    <dgm:pt modelId="{20663184-625C-44DA-B702-553176989C90}">
      <dgm:prSet/>
      <dgm:spPr/>
      <dgm:t>
        <a:bodyPr/>
        <a:lstStyle/>
        <a:p>
          <a:pPr>
            <a:buNone/>
          </a:pPr>
          <a:r>
            <a:rPr lang="en-GB" dirty="0"/>
            <a:t>exposure to multiple currencies minimises this risk</a:t>
          </a:r>
        </a:p>
      </dgm:t>
    </dgm:pt>
    <dgm:pt modelId="{C4BF0629-133A-4F05-9CC5-5BC8F278B130}" type="parTrans" cxnId="{2529454A-67ED-48BB-86E1-0BDC4E74A611}">
      <dgm:prSet/>
      <dgm:spPr/>
      <dgm:t>
        <a:bodyPr/>
        <a:lstStyle/>
        <a:p>
          <a:endParaRPr lang="en-GB"/>
        </a:p>
      </dgm:t>
    </dgm:pt>
    <dgm:pt modelId="{489DA65C-C27A-48C6-88AE-02C47D86AE15}" type="sibTrans" cxnId="{2529454A-67ED-48BB-86E1-0BDC4E74A611}">
      <dgm:prSet/>
      <dgm:spPr/>
      <dgm:t>
        <a:bodyPr/>
        <a:lstStyle/>
        <a:p>
          <a:endParaRPr lang="en-GB"/>
        </a:p>
      </dgm:t>
    </dgm:pt>
    <dgm:pt modelId="{243C1721-D980-4C09-A9AA-ED2281A03392}">
      <dgm:prSet/>
      <dgm:spPr/>
      <dgm:t>
        <a:bodyPr/>
        <a:lstStyle/>
        <a:p>
          <a:r>
            <a:rPr lang="en-GB" dirty="0"/>
            <a:t>Crypto risk</a:t>
          </a:r>
        </a:p>
      </dgm:t>
    </dgm:pt>
    <dgm:pt modelId="{234BF62B-B9A6-4083-AA7D-17C2DD74B2CE}" type="parTrans" cxnId="{FD7D3F46-56C9-4A73-8D44-99B7099D55B3}">
      <dgm:prSet/>
      <dgm:spPr/>
      <dgm:t>
        <a:bodyPr/>
        <a:lstStyle/>
        <a:p>
          <a:endParaRPr lang="en-GB"/>
        </a:p>
      </dgm:t>
    </dgm:pt>
    <dgm:pt modelId="{D6BD9564-927D-49BC-AFF1-9EB2B085066A}" type="sibTrans" cxnId="{FD7D3F46-56C9-4A73-8D44-99B7099D55B3}">
      <dgm:prSet/>
      <dgm:spPr/>
      <dgm:t>
        <a:bodyPr/>
        <a:lstStyle/>
        <a:p>
          <a:endParaRPr lang="en-GB"/>
        </a:p>
      </dgm:t>
    </dgm:pt>
    <dgm:pt modelId="{74950F89-7BC4-447D-9692-CD1E3EF37A06}">
      <dgm:prSet/>
      <dgm:spPr/>
      <dgm:t>
        <a:bodyPr/>
        <a:lstStyle/>
        <a:p>
          <a:pPr>
            <a:buNone/>
          </a:pPr>
          <a:r>
            <a:rPr lang="en-GB" dirty="0"/>
            <a:t>geopolitics, trade disruptions - allocation diversified across numerous types</a:t>
          </a:r>
        </a:p>
      </dgm:t>
    </dgm:pt>
    <dgm:pt modelId="{EB7CBE40-A242-4D4C-B290-CFF01390B4EB}" type="parTrans" cxnId="{A9C1E526-DB0D-4E43-A6FA-808EF60A84C3}">
      <dgm:prSet/>
      <dgm:spPr/>
      <dgm:t>
        <a:bodyPr/>
        <a:lstStyle/>
        <a:p>
          <a:endParaRPr lang="en-GB"/>
        </a:p>
      </dgm:t>
    </dgm:pt>
    <dgm:pt modelId="{0E45A020-BEBF-46F8-91DB-E94A524D3608}" type="sibTrans" cxnId="{A9C1E526-DB0D-4E43-A6FA-808EF60A84C3}">
      <dgm:prSet/>
      <dgm:spPr/>
      <dgm:t>
        <a:bodyPr/>
        <a:lstStyle/>
        <a:p>
          <a:endParaRPr lang="en-GB"/>
        </a:p>
      </dgm:t>
    </dgm:pt>
    <dgm:pt modelId="{ABD2A2AD-678D-47FE-9977-DDF43D41D650}">
      <dgm:prSet/>
      <dgm:spPr/>
      <dgm:t>
        <a:bodyPr/>
        <a:lstStyle/>
        <a:p>
          <a:pPr>
            <a:buNone/>
          </a:pPr>
          <a:r>
            <a:rPr lang="en-GB" dirty="0"/>
            <a:t>Bitcoin is the highest volatility asset - regulatory uncertainty, market sentiment</a:t>
          </a:r>
        </a:p>
      </dgm:t>
    </dgm:pt>
    <dgm:pt modelId="{8AFE1E0B-DAFC-49B2-872D-F8F35A60B543}" type="parTrans" cxnId="{7F47027D-59C0-498A-86CB-130243152630}">
      <dgm:prSet/>
      <dgm:spPr/>
      <dgm:t>
        <a:bodyPr/>
        <a:lstStyle/>
        <a:p>
          <a:endParaRPr lang="en-GB"/>
        </a:p>
      </dgm:t>
    </dgm:pt>
    <dgm:pt modelId="{2A65459D-F22B-4C58-B211-0B5703DE894F}" type="sibTrans" cxnId="{7F47027D-59C0-498A-86CB-130243152630}">
      <dgm:prSet/>
      <dgm:spPr/>
      <dgm:t>
        <a:bodyPr/>
        <a:lstStyle/>
        <a:p>
          <a:endParaRPr lang="en-GB"/>
        </a:p>
      </dgm:t>
    </dgm:pt>
    <dgm:pt modelId="{F90F87DE-E98E-4F1B-A4DA-9BA95F6812AC}" type="pres">
      <dgm:prSet presAssocID="{0C2264D5-7D9F-4266-A62A-1FB6CFE4D343}" presName="Name0" presStyleCnt="0">
        <dgm:presLayoutVars>
          <dgm:dir/>
          <dgm:animLvl val="lvl"/>
          <dgm:resizeHandles val="exact"/>
        </dgm:presLayoutVars>
      </dgm:prSet>
      <dgm:spPr/>
    </dgm:pt>
    <dgm:pt modelId="{D07AC2E2-DC84-4F12-A9AC-0ECB1EBAED67}" type="pres">
      <dgm:prSet presAssocID="{CB2BF92E-1BEB-465A-A05B-F3595D4BED67}" presName="linNode" presStyleCnt="0"/>
      <dgm:spPr/>
    </dgm:pt>
    <dgm:pt modelId="{60D8B6DA-C290-450E-A8EA-00CED8624510}" type="pres">
      <dgm:prSet presAssocID="{CB2BF92E-1BEB-465A-A05B-F3595D4BED67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E9B904B0-AD48-4426-9FE9-B459A3ED7DC0}" type="pres">
      <dgm:prSet presAssocID="{CB2BF92E-1BEB-465A-A05B-F3595D4BED67}" presName="descendantText" presStyleLbl="alignAccFollowNode1" presStyleIdx="0" presStyleCnt="5">
        <dgm:presLayoutVars>
          <dgm:bulletEnabled val="1"/>
        </dgm:presLayoutVars>
      </dgm:prSet>
      <dgm:spPr/>
    </dgm:pt>
    <dgm:pt modelId="{6F17F79C-EF52-4140-BF8B-2E5E8317936F}" type="pres">
      <dgm:prSet presAssocID="{F8443894-630C-41F8-A30F-0235387E21BD}" presName="sp" presStyleCnt="0"/>
      <dgm:spPr/>
    </dgm:pt>
    <dgm:pt modelId="{9B64BBA9-5513-4313-BBF7-A0BA4DF1192A}" type="pres">
      <dgm:prSet presAssocID="{767EDE6B-1B9C-4798-9129-A1A4B4706E02}" presName="linNode" presStyleCnt="0"/>
      <dgm:spPr/>
    </dgm:pt>
    <dgm:pt modelId="{ED1F0998-2DD1-47DC-BADD-D235F19B7154}" type="pres">
      <dgm:prSet presAssocID="{767EDE6B-1B9C-4798-9129-A1A4B4706E02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69B1AB21-9321-4BA4-9EE7-9B65575CBCD4}" type="pres">
      <dgm:prSet presAssocID="{767EDE6B-1B9C-4798-9129-A1A4B4706E02}" presName="descendantText" presStyleLbl="alignAccFollowNode1" presStyleIdx="1" presStyleCnt="5">
        <dgm:presLayoutVars>
          <dgm:bulletEnabled val="1"/>
        </dgm:presLayoutVars>
      </dgm:prSet>
      <dgm:spPr/>
    </dgm:pt>
    <dgm:pt modelId="{14B61BB3-6699-48D5-A64F-C11F8D01EB8F}" type="pres">
      <dgm:prSet presAssocID="{A4610674-E3F6-43F7-965E-7F477BBA7833}" presName="sp" presStyleCnt="0"/>
      <dgm:spPr/>
    </dgm:pt>
    <dgm:pt modelId="{5C55F057-2ED5-474F-BBE4-B8E3CC5F7DD8}" type="pres">
      <dgm:prSet presAssocID="{C62700DA-BD67-4C72-A1BA-823ABCBD98F1}" presName="linNode" presStyleCnt="0"/>
      <dgm:spPr/>
    </dgm:pt>
    <dgm:pt modelId="{21F2F85D-B9DC-4D23-9AE3-63C8EDA42C21}" type="pres">
      <dgm:prSet presAssocID="{C62700DA-BD67-4C72-A1BA-823ABCBD98F1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7D6372C3-97DA-4659-812D-800EA393EAA3}" type="pres">
      <dgm:prSet presAssocID="{C62700DA-BD67-4C72-A1BA-823ABCBD98F1}" presName="descendantText" presStyleLbl="alignAccFollowNode1" presStyleIdx="2" presStyleCnt="5" custLinFactNeighborY="-5013">
        <dgm:presLayoutVars>
          <dgm:bulletEnabled val="1"/>
        </dgm:presLayoutVars>
      </dgm:prSet>
      <dgm:spPr/>
    </dgm:pt>
    <dgm:pt modelId="{A7A8725F-C5C4-4C71-A271-152CFC57438D}" type="pres">
      <dgm:prSet presAssocID="{3BDA6EE8-276E-4521-B561-E471CAB84EC6}" presName="sp" presStyleCnt="0"/>
      <dgm:spPr/>
    </dgm:pt>
    <dgm:pt modelId="{767EDCA7-E533-4CAB-8C74-EF879C640587}" type="pres">
      <dgm:prSet presAssocID="{98E45C69-9E29-4C00-ACA5-49C19136D421}" presName="linNode" presStyleCnt="0"/>
      <dgm:spPr/>
    </dgm:pt>
    <dgm:pt modelId="{0B604C5A-2D1C-4B72-8158-F1653E8F4B06}" type="pres">
      <dgm:prSet presAssocID="{98E45C69-9E29-4C00-ACA5-49C19136D421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BFCC82F3-9E3F-44DC-A6D2-FBD7CE288413}" type="pres">
      <dgm:prSet presAssocID="{98E45C69-9E29-4C00-ACA5-49C19136D421}" presName="descendantText" presStyleLbl="alignAccFollowNode1" presStyleIdx="3" presStyleCnt="5">
        <dgm:presLayoutVars>
          <dgm:bulletEnabled val="1"/>
        </dgm:presLayoutVars>
      </dgm:prSet>
      <dgm:spPr/>
    </dgm:pt>
    <dgm:pt modelId="{EFAA1A8B-99FB-48CE-9C0A-1B80270F9435}" type="pres">
      <dgm:prSet presAssocID="{54865232-CA05-4F25-9166-A05BD0AD3404}" presName="sp" presStyleCnt="0"/>
      <dgm:spPr/>
    </dgm:pt>
    <dgm:pt modelId="{2EA5255E-5E55-4644-9594-7203181A608A}" type="pres">
      <dgm:prSet presAssocID="{243C1721-D980-4C09-A9AA-ED2281A03392}" presName="linNode" presStyleCnt="0"/>
      <dgm:spPr/>
    </dgm:pt>
    <dgm:pt modelId="{4D0742BD-28F1-4CEA-9660-C32C6361F19E}" type="pres">
      <dgm:prSet presAssocID="{243C1721-D980-4C09-A9AA-ED2281A03392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79BE746A-77C4-4A36-9380-44E3E1B37660}" type="pres">
      <dgm:prSet presAssocID="{243C1721-D980-4C09-A9AA-ED2281A03392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E2114122-E7F2-4D8B-AFCA-F821005B831C}" type="presOf" srcId="{767EDE6B-1B9C-4798-9129-A1A4B4706E02}" destId="{ED1F0998-2DD1-47DC-BADD-D235F19B7154}" srcOrd="0" destOrd="0" presId="urn:microsoft.com/office/officeart/2005/8/layout/vList5"/>
    <dgm:cxn modelId="{A9C1E526-DB0D-4E43-A6FA-808EF60A84C3}" srcId="{98E45C69-9E29-4C00-ACA5-49C19136D421}" destId="{74950F89-7BC4-447D-9692-CD1E3EF37A06}" srcOrd="0" destOrd="0" parTransId="{EB7CBE40-A242-4D4C-B290-CFF01390B4EB}" sibTransId="{0E45A020-BEBF-46F8-91DB-E94A524D3608}"/>
    <dgm:cxn modelId="{BAE2C73C-E67D-402D-AD67-71F4145F2F79}" srcId="{0C2264D5-7D9F-4266-A62A-1FB6CFE4D343}" destId="{CB2BF92E-1BEB-465A-A05B-F3595D4BED67}" srcOrd="0" destOrd="0" parTransId="{6668DB78-2B90-4145-A908-BE11608D8C0C}" sibTransId="{F8443894-630C-41F8-A30F-0235387E21BD}"/>
    <dgm:cxn modelId="{9A8A465E-1E4F-4AC2-99F8-52E1088C6164}" srcId="{CB2BF92E-1BEB-465A-A05B-F3595D4BED67}" destId="{78AF2515-995A-47C3-9A68-39F89FE156F7}" srcOrd="0" destOrd="0" parTransId="{A7B03DA3-6921-400A-98E9-8667E767D14D}" sibTransId="{B3516CEA-501C-41A4-84B7-E739FFB2B70E}"/>
    <dgm:cxn modelId="{F968EC5E-6B42-4538-ACA7-4E09AD577A91}" type="presOf" srcId="{C62700DA-BD67-4C72-A1BA-823ABCBD98F1}" destId="{21F2F85D-B9DC-4D23-9AE3-63C8EDA42C21}" srcOrd="0" destOrd="0" presId="urn:microsoft.com/office/officeart/2005/8/layout/vList5"/>
    <dgm:cxn modelId="{61E78945-C13E-4D3E-9722-91D277C1FF45}" type="presOf" srcId="{CB2BF92E-1BEB-465A-A05B-F3595D4BED67}" destId="{60D8B6DA-C290-450E-A8EA-00CED8624510}" srcOrd="0" destOrd="0" presId="urn:microsoft.com/office/officeart/2005/8/layout/vList5"/>
    <dgm:cxn modelId="{FD7D3F46-56C9-4A73-8D44-99B7099D55B3}" srcId="{0C2264D5-7D9F-4266-A62A-1FB6CFE4D343}" destId="{243C1721-D980-4C09-A9AA-ED2281A03392}" srcOrd="4" destOrd="0" parTransId="{234BF62B-B9A6-4083-AA7D-17C2DD74B2CE}" sibTransId="{D6BD9564-927D-49BC-AFF1-9EB2B085066A}"/>
    <dgm:cxn modelId="{2529454A-67ED-48BB-86E1-0BDC4E74A611}" srcId="{C62700DA-BD67-4C72-A1BA-823ABCBD98F1}" destId="{20663184-625C-44DA-B702-553176989C90}" srcOrd="0" destOrd="0" parTransId="{C4BF0629-133A-4F05-9CC5-5BC8F278B130}" sibTransId="{489DA65C-C27A-48C6-88AE-02C47D86AE15}"/>
    <dgm:cxn modelId="{7C18AC51-1C70-49A1-91B1-734FE0FC571E}" type="presOf" srcId="{98E45C69-9E29-4C00-ACA5-49C19136D421}" destId="{0B604C5A-2D1C-4B72-8158-F1653E8F4B06}" srcOrd="0" destOrd="0" presId="urn:microsoft.com/office/officeart/2005/8/layout/vList5"/>
    <dgm:cxn modelId="{38038F53-E5CA-46F4-A463-499155452943}" type="presOf" srcId="{74950F89-7BC4-447D-9692-CD1E3EF37A06}" destId="{BFCC82F3-9E3F-44DC-A6D2-FBD7CE288413}" srcOrd="0" destOrd="0" presId="urn:microsoft.com/office/officeart/2005/8/layout/vList5"/>
    <dgm:cxn modelId="{AE67B655-E2D0-4646-BCDD-8AF737A6043C}" srcId="{0C2264D5-7D9F-4266-A62A-1FB6CFE4D343}" destId="{767EDE6B-1B9C-4798-9129-A1A4B4706E02}" srcOrd="1" destOrd="0" parTransId="{6AF8CC86-DD1B-4E6F-9595-03A7F4B3CFD4}" sibTransId="{A4610674-E3F6-43F7-965E-7F477BBA7833}"/>
    <dgm:cxn modelId="{7F47027D-59C0-498A-86CB-130243152630}" srcId="{243C1721-D980-4C09-A9AA-ED2281A03392}" destId="{ABD2A2AD-678D-47FE-9977-DDF43D41D650}" srcOrd="0" destOrd="0" parTransId="{8AFE1E0B-DAFC-49B2-872D-F8F35A60B543}" sibTransId="{2A65459D-F22B-4C58-B211-0B5703DE894F}"/>
    <dgm:cxn modelId="{9FCBA57F-297B-42B7-91BF-C4D1ACABAEE6}" srcId="{767EDE6B-1B9C-4798-9129-A1A4B4706E02}" destId="{B2FA21B8-A243-4977-9C07-B271BB384E20}" srcOrd="0" destOrd="0" parTransId="{59D85B9F-A6ED-47BE-899E-FB9CC9A220CE}" sibTransId="{C6BF6E90-69B2-4778-BF42-A4F3E8543076}"/>
    <dgm:cxn modelId="{F1F46484-380E-4CB0-B1D5-B860E1645DD1}" type="presOf" srcId="{0C2264D5-7D9F-4266-A62A-1FB6CFE4D343}" destId="{F90F87DE-E98E-4F1B-A4DA-9BA95F6812AC}" srcOrd="0" destOrd="0" presId="urn:microsoft.com/office/officeart/2005/8/layout/vList5"/>
    <dgm:cxn modelId="{BF129C8C-AE78-4A68-B06B-1C604C74F378}" srcId="{0C2264D5-7D9F-4266-A62A-1FB6CFE4D343}" destId="{C62700DA-BD67-4C72-A1BA-823ABCBD98F1}" srcOrd="2" destOrd="0" parTransId="{14580638-F6F8-4C9B-8ADB-E5AA986458A5}" sibTransId="{3BDA6EE8-276E-4521-B561-E471CAB84EC6}"/>
    <dgm:cxn modelId="{2A05C99A-DA1B-44AD-B1FA-666FF6295F84}" srcId="{0C2264D5-7D9F-4266-A62A-1FB6CFE4D343}" destId="{98E45C69-9E29-4C00-ACA5-49C19136D421}" srcOrd="3" destOrd="0" parTransId="{01FF5E2E-CEEE-4311-B4C5-9C706E041FD8}" sibTransId="{54865232-CA05-4F25-9166-A05BD0AD3404}"/>
    <dgm:cxn modelId="{D690D9A6-2455-43BA-A037-BB8A21E2CBE8}" type="presOf" srcId="{243C1721-D980-4C09-A9AA-ED2281A03392}" destId="{4D0742BD-28F1-4CEA-9660-C32C6361F19E}" srcOrd="0" destOrd="0" presId="urn:microsoft.com/office/officeart/2005/8/layout/vList5"/>
    <dgm:cxn modelId="{71730EBE-3E20-4A9E-95DB-9AA858B33C65}" type="presOf" srcId="{78AF2515-995A-47C3-9A68-39F89FE156F7}" destId="{E9B904B0-AD48-4426-9FE9-B459A3ED7DC0}" srcOrd="0" destOrd="0" presId="urn:microsoft.com/office/officeart/2005/8/layout/vList5"/>
    <dgm:cxn modelId="{34AD38C3-9830-4656-9531-21B142711F0E}" type="presOf" srcId="{ABD2A2AD-678D-47FE-9977-DDF43D41D650}" destId="{79BE746A-77C4-4A36-9380-44E3E1B37660}" srcOrd="0" destOrd="0" presId="urn:microsoft.com/office/officeart/2005/8/layout/vList5"/>
    <dgm:cxn modelId="{9648B3C6-0BFA-45B5-9B7C-9B61FE3F13B8}" type="presOf" srcId="{20663184-625C-44DA-B702-553176989C90}" destId="{7D6372C3-97DA-4659-812D-800EA393EAA3}" srcOrd="0" destOrd="0" presId="urn:microsoft.com/office/officeart/2005/8/layout/vList5"/>
    <dgm:cxn modelId="{FE3636F8-D61E-460E-B792-D37C28F8AD07}" type="presOf" srcId="{B2FA21B8-A243-4977-9C07-B271BB384E20}" destId="{69B1AB21-9321-4BA4-9EE7-9B65575CBCD4}" srcOrd="0" destOrd="0" presId="urn:microsoft.com/office/officeart/2005/8/layout/vList5"/>
    <dgm:cxn modelId="{9CEDC78A-220F-4729-8B17-69DFBAF32753}" type="presParOf" srcId="{F90F87DE-E98E-4F1B-A4DA-9BA95F6812AC}" destId="{D07AC2E2-DC84-4F12-A9AC-0ECB1EBAED67}" srcOrd="0" destOrd="0" presId="urn:microsoft.com/office/officeart/2005/8/layout/vList5"/>
    <dgm:cxn modelId="{7C50A190-B15F-4CAA-B7D5-1C5BD0A4A63E}" type="presParOf" srcId="{D07AC2E2-DC84-4F12-A9AC-0ECB1EBAED67}" destId="{60D8B6DA-C290-450E-A8EA-00CED8624510}" srcOrd="0" destOrd="0" presId="urn:microsoft.com/office/officeart/2005/8/layout/vList5"/>
    <dgm:cxn modelId="{969F48E6-8E13-4859-89F3-0F0DA17D93D4}" type="presParOf" srcId="{D07AC2E2-DC84-4F12-A9AC-0ECB1EBAED67}" destId="{E9B904B0-AD48-4426-9FE9-B459A3ED7DC0}" srcOrd="1" destOrd="0" presId="urn:microsoft.com/office/officeart/2005/8/layout/vList5"/>
    <dgm:cxn modelId="{8894507B-A49C-4A93-B3F4-4E0D00D8A433}" type="presParOf" srcId="{F90F87DE-E98E-4F1B-A4DA-9BA95F6812AC}" destId="{6F17F79C-EF52-4140-BF8B-2E5E8317936F}" srcOrd="1" destOrd="0" presId="urn:microsoft.com/office/officeart/2005/8/layout/vList5"/>
    <dgm:cxn modelId="{65FAD5C0-019B-4A3F-89E1-C8BCB947ECB7}" type="presParOf" srcId="{F90F87DE-E98E-4F1B-A4DA-9BA95F6812AC}" destId="{9B64BBA9-5513-4313-BBF7-A0BA4DF1192A}" srcOrd="2" destOrd="0" presId="urn:microsoft.com/office/officeart/2005/8/layout/vList5"/>
    <dgm:cxn modelId="{840E617D-EF67-4766-827F-110D1A0B9AC0}" type="presParOf" srcId="{9B64BBA9-5513-4313-BBF7-A0BA4DF1192A}" destId="{ED1F0998-2DD1-47DC-BADD-D235F19B7154}" srcOrd="0" destOrd="0" presId="urn:microsoft.com/office/officeart/2005/8/layout/vList5"/>
    <dgm:cxn modelId="{64E1AB75-0CD8-4951-9A5A-8A576EFAF2BF}" type="presParOf" srcId="{9B64BBA9-5513-4313-BBF7-A0BA4DF1192A}" destId="{69B1AB21-9321-4BA4-9EE7-9B65575CBCD4}" srcOrd="1" destOrd="0" presId="urn:microsoft.com/office/officeart/2005/8/layout/vList5"/>
    <dgm:cxn modelId="{2D7B00A7-0EED-4AF0-A00B-C662A6B15489}" type="presParOf" srcId="{F90F87DE-E98E-4F1B-A4DA-9BA95F6812AC}" destId="{14B61BB3-6699-48D5-A64F-C11F8D01EB8F}" srcOrd="3" destOrd="0" presId="urn:microsoft.com/office/officeart/2005/8/layout/vList5"/>
    <dgm:cxn modelId="{6CF055EB-3BF6-435F-9B8B-A98489508A16}" type="presParOf" srcId="{F90F87DE-E98E-4F1B-A4DA-9BA95F6812AC}" destId="{5C55F057-2ED5-474F-BBE4-B8E3CC5F7DD8}" srcOrd="4" destOrd="0" presId="urn:microsoft.com/office/officeart/2005/8/layout/vList5"/>
    <dgm:cxn modelId="{3BF976CD-3F08-4C60-A1E6-E61081376252}" type="presParOf" srcId="{5C55F057-2ED5-474F-BBE4-B8E3CC5F7DD8}" destId="{21F2F85D-B9DC-4D23-9AE3-63C8EDA42C21}" srcOrd="0" destOrd="0" presId="urn:microsoft.com/office/officeart/2005/8/layout/vList5"/>
    <dgm:cxn modelId="{88DA69C4-623F-40AA-9663-74B82A7949FE}" type="presParOf" srcId="{5C55F057-2ED5-474F-BBE4-B8E3CC5F7DD8}" destId="{7D6372C3-97DA-4659-812D-800EA393EAA3}" srcOrd="1" destOrd="0" presId="urn:microsoft.com/office/officeart/2005/8/layout/vList5"/>
    <dgm:cxn modelId="{8EC33DA3-B33B-4C74-805D-6C773971CC40}" type="presParOf" srcId="{F90F87DE-E98E-4F1B-A4DA-9BA95F6812AC}" destId="{A7A8725F-C5C4-4C71-A271-152CFC57438D}" srcOrd="5" destOrd="0" presId="urn:microsoft.com/office/officeart/2005/8/layout/vList5"/>
    <dgm:cxn modelId="{9C3BF14F-ECC4-4FF1-BB2F-E987C15F123F}" type="presParOf" srcId="{F90F87DE-E98E-4F1B-A4DA-9BA95F6812AC}" destId="{767EDCA7-E533-4CAB-8C74-EF879C640587}" srcOrd="6" destOrd="0" presId="urn:microsoft.com/office/officeart/2005/8/layout/vList5"/>
    <dgm:cxn modelId="{1B3DD37B-67DE-4CE3-A701-F6A92BE13588}" type="presParOf" srcId="{767EDCA7-E533-4CAB-8C74-EF879C640587}" destId="{0B604C5A-2D1C-4B72-8158-F1653E8F4B06}" srcOrd="0" destOrd="0" presId="urn:microsoft.com/office/officeart/2005/8/layout/vList5"/>
    <dgm:cxn modelId="{8D25BBB3-D3B7-4C10-BCB6-21169ADAB873}" type="presParOf" srcId="{767EDCA7-E533-4CAB-8C74-EF879C640587}" destId="{BFCC82F3-9E3F-44DC-A6D2-FBD7CE288413}" srcOrd="1" destOrd="0" presId="urn:microsoft.com/office/officeart/2005/8/layout/vList5"/>
    <dgm:cxn modelId="{C93B61FE-9EAC-417B-8A69-96B4C469F73E}" type="presParOf" srcId="{F90F87DE-E98E-4F1B-A4DA-9BA95F6812AC}" destId="{EFAA1A8B-99FB-48CE-9C0A-1B80270F9435}" srcOrd="7" destOrd="0" presId="urn:microsoft.com/office/officeart/2005/8/layout/vList5"/>
    <dgm:cxn modelId="{E9C3679A-3630-4D50-9E2C-26586DA8AC35}" type="presParOf" srcId="{F90F87DE-E98E-4F1B-A4DA-9BA95F6812AC}" destId="{2EA5255E-5E55-4644-9594-7203181A608A}" srcOrd="8" destOrd="0" presId="urn:microsoft.com/office/officeart/2005/8/layout/vList5"/>
    <dgm:cxn modelId="{C0F0F7D3-EB1A-410C-80DD-DA932832E3B2}" type="presParOf" srcId="{2EA5255E-5E55-4644-9594-7203181A608A}" destId="{4D0742BD-28F1-4CEA-9660-C32C6361F19E}" srcOrd="0" destOrd="0" presId="urn:microsoft.com/office/officeart/2005/8/layout/vList5"/>
    <dgm:cxn modelId="{EB7F97F8-5221-4A34-B937-818B3854E0F5}" type="presParOf" srcId="{2EA5255E-5E55-4644-9594-7203181A608A}" destId="{79BE746A-77C4-4A36-9380-44E3E1B3766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592EA8-681E-4ED5-9E0A-A16CBD48DC57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668372F-53C9-4B98-A1BF-9FD7E2938B86}">
      <dgm:prSet phldrT="[Text]"/>
      <dgm:spPr/>
      <dgm:t>
        <a:bodyPr/>
        <a:lstStyle/>
        <a:p>
          <a:r>
            <a:rPr lang="en-GB" dirty="0"/>
            <a:t>Model</a:t>
          </a:r>
        </a:p>
      </dgm:t>
    </dgm:pt>
    <dgm:pt modelId="{62669B52-3079-4750-9F94-400F75369644}" type="parTrans" cxnId="{22C429C0-2B71-4620-B1BB-4F68985DC0E8}">
      <dgm:prSet/>
      <dgm:spPr/>
      <dgm:t>
        <a:bodyPr/>
        <a:lstStyle/>
        <a:p>
          <a:endParaRPr lang="en-GB"/>
        </a:p>
      </dgm:t>
    </dgm:pt>
    <dgm:pt modelId="{E861B2CD-3C54-4F89-A5C5-9803CAB31326}" type="sibTrans" cxnId="{22C429C0-2B71-4620-B1BB-4F68985DC0E8}">
      <dgm:prSet/>
      <dgm:spPr/>
      <dgm:t>
        <a:bodyPr/>
        <a:lstStyle/>
        <a:p>
          <a:endParaRPr lang="en-GB"/>
        </a:p>
      </dgm:t>
    </dgm:pt>
    <dgm:pt modelId="{052DDAE1-6DFF-461A-B53E-1D92F5E4A963}">
      <dgm:prSet phldrT="[Text]"/>
      <dgm:spPr/>
      <dgm:t>
        <a:bodyPr/>
        <a:lstStyle/>
        <a:p>
          <a:r>
            <a:rPr lang="en-GB" dirty="0"/>
            <a:t>Fit</a:t>
          </a:r>
        </a:p>
      </dgm:t>
    </dgm:pt>
    <dgm:pt modelId="{7CC728A6-558B-498A-964D-B395159B776A}" type="parTrans" cxnId="{BAD60132-F43F-4455-B3F3-FC7255FE8837}">
      <dgm:prSet/>
      <dgm:spPr/>
      <dgm:t>
        <a:bodyPr/>
        <a:lstStyle/>
        <a:p>
          <a:endParaRPr lang="en-GB"/>
        </a:p>
      </dgm:t>
    </dgm:pt>
    <dgm:pt modelId="{3E138890-979E-47A5-B1A3-D31DACA07351}" type="sibTrans" cxnId="{BAD60132-F43F-4455-B3F3-FC7255FE8837}">
      <dgm:prSet/>
      <dgm:spPr/>
      <dgm:t>
        <a:bodyPr/>
        <a:lstStyle/>
        <a:p>
          <a:endParaRPr lang="en-GB"/>
        </a:p>
      </dgm:t>
    </dgm:pt>
    <dgm:pt modelId="{64D9FD9F-916B-4942-B9AE-4005A738A211}">
      <dgm:prSet/>
      <dgm:spPr/>
      <dgm:t>
        <a:bodyPr/>
        <a:lstStyle/>
        <a:p>
          <a:pPr rtl="0">
            <a:buNone/>
          </a:pPr>
          <a:r>
            <a:rPr lang="en-GB" dirty="0"/>
            <a:t>MSGARCH &amp; student t-distribution: Markov chain allows for regime changes, t-distribution heavy tails allow for extreme events.</a:t>
          </a:r>
        </a:p>
      </dgm:t>
    </dgm:pt>
    <dgm:pt modelId="{3B65EAD4-A3E4-4D5C-9BE6-DC782ED56A33}" type="sibTrans" cxnId="{991EE8BE-FB4E-43FE-B815-377D0EB7D80F}">
      <dgm:prSet/>
      <dgm:spPr/>
      <dgm:t>
        <a:bodyPr/>
        <a:lstStyle/>
        <a:p>
          <a:endParaRPr lang="en-GB"/>
        </a:p>
      </dgm:t>
    </dgm:pt>
    <dgm:pt modelId="{52DB8B92-0036-460B-A99A-BD3143DFB38C}" type="parTrans" cxnId="{991EE8BE-FB4E-43FE-B815-377D0EB7D80F}">
      <dgm:prSet/>
      <dgm:spPr/>
      <dgm:t>
        <a:bodyPr/>
        <a:lstStyle/>
        <a:p>
          <a:endParaRPr lang="en-GB"/>
        </a:p>
      </dgm:t>
    </dgm:pt>
    <dgm:pt modelId="{DE9DDDF8-55BE-4FB8-8D43-E40F7269BF08}">
      <dgm:prSet phldrT="[Text]"/>
      <dgm:spPr/>
      <dgm:t>
        <a:bodyPr/>
        <a:lstStyle/>
        <a:p>
          <a:r>
            <a:rPr lang="en-GB" dirty="0"/>
            <a:t>Mitigation</a:t>
          </a:r>
        </a:p>
      </dgm:t>
    </dgm:pt>
    <dgm:pt modelId="{11019962-D78B-4A4A-AB9F-E09126364F22}" type="sibTrans" cxnId="{257CCCF6-1EAB-4031-BA12-72DC6FB86F85}">
      <dgm:prSet/>
      <dgm:spPr/>
      <dgm:t>
        <a:bodyPr/>
        <a:lstStyle/>
        <a:p>
          <a:endParaRPr lang="en-GB"/>
        </a:p>
      </dgm:t>
    </dgm:pt>
    <dgm:pt modelId="{13EAA9B6-DF67-401D-A694-F3E5F4D89071}" type="parTrans" cxnId="{257CCCF6-1EAB-4031-BA12-72DC6FB86F85}">
      <dgm:prSet/>
      <dgm:spPr/>
      <dgm:t>
        <a:bodyPr/>
        <a:lstStyle/>
        <a:p>
          <a:endParaRPr lang="en-GB"/>
        </a:p>
      </dgm:t>
    </dgm:pt>
    <dgm:pt modelId="{CFEA5C75-C74E-4360-9DCE-1903709091C4}">
      <dgm:prSet phldrT="[Text]"/>
      <dgm:spPr/>
      <dgm:t>
        <a:bodyPr/>
        <a:lstStyle/>
        <a:p>
          <a:pPr>
            <a:buNone/>
          </a:pPr>
          <a:r>
            <a:rPr lang="en-GB" dirty="0"/>
            <a:t>MAPE = 5.02% vs standard GARCH 10%</a:t>
          </a:r>
        </a:p>
      </dgm:t>
    </dgm:pt>
    <dgm:pt modelId="{1941D200-903E-4361-880A-9FBC8B25263B}" type="parTrans" cxnId="{0C6F8AEA-ED67-4B1E-B1D5-64E1AA336E4C}">
      <dgm:prSet/>
      <dgm:spPr/>
      <dgm:t>
        <a:bodyPr/>
        <a:lstStyle/>
        <a:p>
          <a:endParaRPr lang="en-GB"/>
        </a:p>
      </dgm:t>
    </dgm:pt>
    <dgm:pt modelId="{24A73DD9-AA3A-42D0-BF50-D1D4E2118815}" type="sibTrans" cxnId="{0C6F8AEA-ED67-4B1E-B1D5-64E1AA336E4C}">
      <dgm:prSet/>
      <dgm:spPr/>
      <dgm:t>
        <a:bodyPr/>
        <a:lstStyle/>
        <a:p>
          <a:endParaRPr lang="en-GB"/>
        </a:p>
      </dgm:t>
    </dgm:pt>
    <dgm:pt modelId="{1EA5C25D-88A3-4AD9-A9DC-C18BAAEACB8D}">
      <dgm:prSet phldrT="[Text]"/>
      <dgm:spPr/>
      <dgm:t>
        <a:bodyPr/>
        <a:lstStyle/>
        <a:p>
          <a:pPr algn="l">
            <a:buNone/>
          </a:pPr>
          <a:r>
            <a:rPr lang="en-GB" dirty="0"/>
            <a:t>Potential pivot to safe-haven assets during regime switches.</a:t>
          </a:r>
        </a:p>
      </dgm:t>
    </dgm:pt>
    <dgm:pt modelId="{2C909914-82CE-4174-A636-D6A2D2C4D1C3}" type="parTrans" cxnId="{7F31833B-1BD5-433F-997C-E0CED43327DD}">
      <dgm:prSet/>
      <dgm:spPr/>
      <dgm:t>
        <a:bodyPr/>
        <a:lstStyle/>
        <a:p>
          <a:endParaRPr lang="en-GB"/>
        </a:p>
      </dgm:t>
    </dgm:pt>
    <dgm:pt modelId="{63658B8E-9100-47F2-A83E-0FD3D4B23B22}" type="sibTrans" cxnId="{7F31833B-1BD5-433F-997C-E0CED43327DD}">
      <dgm:prSet/>
      <dgm:spPr/>
      <dgm:t>
        <a:bodyPr/>
        <a:lstStyle/>
        <a:p>
          <a:endParaRPr lang="en-GB"/>
        </a:p>
      </dgm:t>
    </dgm:pt>
    <dgm:pt modelId="{CF1AAF12-6935-45F1-A552-92E460EE3546}" type="pres">
      <dgm:prSet presAssocID="{C1592EA8-681E-4ED5-9E0A-A16CBD48DC57}" presName="linear" presStyleCnt="0">
        <dgm:presLayoutVars>
          <dgm:dir/>
          <dgm:animLvl val="lvl"/>
          <dgm:resizeHandles val="exact"/>
        </dgm:presLayoutVars>
      </dgm:prSet>
      <dgm:spPr/>
    </dgm:pt>
    <dgm:pt modelId="{EF118F34-5D86-4174-B63A-45F1CA1A78D9}" type="pres">
      <dgm:prSet presAssocID="{4668372F-53C9-4B98-A1BF-9FD7E2938B86}" presName="parentLin" presStyleCnt="0"/>
      <dgm:spPr/>
    </dgm:pt>
    <dgm:pt modelId="{8A1DE5AD-D6FC-4700-90D3-670362017BD9}" type="pres">
      <dgm:prSet presAssocID="{4668372F-53C9-4B98-A1BF-9FD7E2938B86}" presName="parentLeftMargin" presStyleLbl="node1" presStyleIdx="0" presStyleCnt="3"/>
      <dgm:spPr/>
    </dgm:pt>
    <dgm:pt modelId="{B94946C4-E231-4607-863F-851E8ACBEE12}" type="pres">
      <dgm:prSet presAssocID="{4668372F-53C9-4B98-A1BF-9FD7E2938B8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23AE511-B485-4279-BB3D-8990F800BDBB}" type="pres">
      <dgm:prSet presAssocID="{4668372F-53C9-4B98-A1BF-9FD7E2938B86}" presName="negativeSpace" presStyleCnt="0"/>
      <dgm:spPr/>
    </dgm:pt>
    <dgm:pt modelId="{D13A5F91-5FB3-4356-809C-B0EA4212D092}" type="pres">
      <dgm:prSet presAssocID="{4668372F-53C9-4B98-A1BF-9FD7E2938B86}" presName="childText" presStyleLbl="conFgAcc1" presStyleIdx="0" presStyleCnt="3">
        <dgm:presLayoutVars>
          <dgm:bulletEnabled val="1"/>
        </dgm:presLayoutVars>
      </dgm:prSet>
      <dgm:spPr/>
    </dgm:pt>
    <dgm:pt modelId="{B2B34C9A-1B64-4F33-A4AC-AB696C41EEC8}" type="pres">
      <dgm:prSet presAssocID="{E861B2CD-3C54-4F89-A5C5-9803CAB31326}" presName="spaceBetweenRectangles" presStyleCnt="0"/>
      <dgm:spPr/>
    </dgm:pt>
    <dgm:pt modelId="{EA8259B4-0870-444E-A676-230307A423C9}" type="pres">
      <dgm:prSet presAssocID="{052DDAE1-6DFF-461A-B53E-1D92F5E4A963}" presName="parentLin" presStyleCnt="0"/>
      <dgm:spPr/>
    </dgm:pt>
    <dgm:pt modelId="{63BB851A-7B13-4B6A-AD19-8DEBA97E46F9}" type="pres">
      <dgm:prSet presAssocID="{052DDAE1-6DFF-461A-B53E-1D92F5E4A963}" presName="parentLeftMargin" presStyleLbl="node1" presStyleIdx="0" presStyleCnt="3"/>
      <dgm:spPr/>
    </dgm:pt>
    <dgm:pt modelId="{F328EB3C-B395-4277-AB1A-FAC2157E3CB4}" type="pres">
      <dgm:prSet presAssocID="{052DDAE1-6DFF-461A-B53E-1D92F5E4A96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12544C9-D000-4F43-9621-EDD7F121B2E3}" type="pres">
      <dgm:prSet presAssocID="{052DDAE1-6DFF-461A-B53E-1D92F5E4A963}" presName="negativeSpace" presStyleCnt="0"/>
      <dgm:spPr/>
    </dgm:pt>
    <dgm:pt modelId="{5D8CAB97-228C-4DA9-92E8-4E9BE466DD48}" type="pres">
      <dgm:prSet presAssocID="{052DDAE1-6DFF-461A-B53E-1D92F5E4A963}" presName="childText" presStyleLbl="conFgAcc1" presStyleIdx="1" presStyleCnt="3">
        <dgm:presLayoutVars>
          <dgm:bulletEnabled val="1"/>
        </dgm:presLayoutVars>
      </dgm:prSet>
      <dgm:spPr/>
    </dgm:pt>
    <dgm:pt modelId="{A9A8D45A-D4AA-45C4-8EFF-67A4EC05F54E}" type="pres">
      <dgm:prSet presAssocID="{3E138890-979E-47A5-B1A3-D31DACA07351}" presName="spaceBetweenRectangles" presStyleCnt="0"/>
      <dgm:spPr/>
    </dgm:pt>
    <dgm:pt modelId="{ABA28FEF-B997-41F2-8EA2-AA11037648F1}" type="pres">
      <dgm:prSet presAssocID="{DE9DDDF8-55BE-4FB8-8D43-E40F7269BF08}" presName="parentLin" presStyleCnt="0"/>
      <dgm:spPr/>
    </dgm:pt>
    <dgm:pt modelId="{26E31DE4-3C74-45BF-9349-FFD34969C44B}" type="pres">
      <dgm:prSet presAssocID="{DE9DDDF8-55BE-4FB8-8D43-E40F7269BF08}" presName="parentLeftMargin" presStyleLbl="node1" presStyleIdx="1" presStyleCnt="3"/>
      <dgm:spPr/>
    </dgm:pt>
    <dgm:pt modelId="{FC6F25FC-D74A-410D-B747-848B6DF7472D}" type="pres">
      <dgm:prSet presAssocID="{DE9DDDF8-55BE-4FB8-8D43-E40F7269BF0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6162EA8A-8F6A-43DD-868D-14BA8E2F14AA}" type="pres">
      <dgm:prSet presAssocID="{DE9DDDF8-55BE-4FB8-8D43-E40F7269BF08}" presName="negativeSpace" presStyleCnt="0"/>
      <dgm:spPr/>
    </dgm:pt>
    <dgm:pt modelId="{15048B48-1F67-47FD-97F3-7BE497CD173A}" type="pres">
      <dgm:prSet presAssocID="{DE9DDDF8-55BE-4FB8-8D43-E40F7269BF0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08B7807-23FF-44E8-A151-C02C5A7F8427}" type="presOf" srcId="{CFEA5C75-C74E-4360-9DCE-1903709091C4}" destId="{5D8CAB97-228C-4DA9-92E8-4E9BE466DD48}" srcOrd="0" destOrd="0" presId="urn:microsoft.com/office/officeart/2005/8/layout/list1"/>
    <dgm:cxn modelId="{1CDAF028-20AE-4380-A425-8E084AB06736}" type="presOf" srcId="{64D9FD9F-916B-4942-B9AE-4005A738A211}" destId="{D13A5F91-5FB3-4356-809C-B0EA4212D092}" srcOrd="0" destOrd="0" presId="urn:microsoft.com/office/officeart/2005/8/layout/list1"/>
    <dgm:cxn modelId="{BAD60132-F43F-4455-B3F3-FC7255FE8837}" srcId="{C1592EA8-681E-4ED5-9E0A-A16CBD48DC57}" destId="{052DDAE1-6DFF-461A-B53E-1D92F5E4A963}" srcOrd="1" destOrd="0" parTransId="{7CC728A6-558B-498A-964D-B395159B776A}" sibTransId="{3E138890-979E-47A5-B1A3-D31DACA07351}"/>
    <dgm:cxn modelId="{AE762E35-7300-463C-9789-1A8F9B3FE607}" type="presOf" srcId="{1EA5C25D-88A3-4AD9-A9DC-C18BAAEACB8D}" destId="{15048B48-1F67-47FD-97F3-7BE497CD173A}" srcOrd="0" destOrd="0" presId="urn:microsoft.com/office/officeart/2005/8/layout/list1"/>
    <dgm:cxn modelId="{7F31833B-1BD5-433F-997C-E0CED43327DD}" srcId="{DE9DDDF8-55BE-4FB8-8D43-E40F7269BF08}" destId="{1EA5C25D-88A3-4AD9-A9DC-C18BAAEACB8D}" srcOrd="0" destOrd="0" parTransId="{2C909914-82CE-4174-A636-D6A2D2C4D1C3}" sibTransId="{63658B8E-9100-47F2-A83E-0FD3D4B23B22}"/>
    <dgm:cxn modelId="{AE20BB83-DCF9-4EDF-8B2C-112E634E3E8D}" type="presOf" srcId="{DE9DDDF8-55BE-4FB8-8D43-E40F7269BF08}" destId="{26E31DE4-3C74-45BF-9349-FFD34969C44B}" srcOrd="0" destOrd="0" presId="urn:microsoft.com/office/officeart/2005/8/layout/list1"/>
    <dgm:cxn modelId="{74576384-FFB2-4222-8188-A381F22C82F9}" type="presOf" srcId="{DE9DDDF8-55BE-4FB8-8D43-E40F7269BF08}" destId="{FC6F25FC-D74A-410D-B747-848B6DF7472D}" srcOrd="1" destOrd="0" presId="urn:microsoft.com/office/officeart/2005/8/layout/list1"/>
    <dgm:cxn modelId="{DB2C1B8C-A16F-40D7-AB42-2BB4A6FE4D61}" type="presOf" srcId="{052DDAE1-6DFF-461A-B53E-1D92F5E4A963}" destId="{63BB851A-7B13-4B6A-AD19-8DEBA97E46F9}" srcOrd="0" destOrd="0" presId="urn:microsoft.com/office/officeart/2005/8/layout/list1"/>
    <dgm:cxn modelId="{72D4F8A2-652F-427F-A551-38CA2ADD4101}" type="presOf" srcId="{C1592EA8-681E-4ED5-9E0A-A16CBD48DC57}" destId="{CF1AAF12-6935-45F1-A552-92E460EE3546}" srcOrd="0" destOrd="0" presId="urn:microsoft.com/office/officeart/2005/8/layout/list1"/>
    <dgm:cxn modelId="{991EE8BE-FB4E-43FE-B815-377D0EB7D80F}" srcId="{4668372F-53C9-4B98-A1BF-9FD7E2938B86}" destId="{64D9FD9F-916B-4942-B9AE-4005A738A211}" srcOrd="0" destOrd="0" parTransId="{52DB8B92-0036-460B-A99A-BD3143DFB38C}" sibTransId="{3B65EAD4-A3E4-4D5C-9BE6-DC782ED56A33}"/>
    <dgm:cxn modelId="{22C429C0-2B71-4620-B1BB-4F68985DC0E8}" srcId="{C1592EA8-681E-4ED5-9E0A-A16CBD48DC57}" destId="{4668372F-53C9-4B98-A1BF-9FD7E2938B86}" srcOrd="0" destOrd="0" parTransId="{62669B52-3079-4750-9F94-400F75369644}" sibTransId="{E861B2CD-3C54-4F89-A5C5-9803CAB31326}"/>
    <dgm:cxn modelId="{45984ECF-55EB-4211-AF1D-ED641EF53FF6}" type="presOf" srcId="{4668372F-53C9-4B98-A1BF-9FD7E2938B86}" destId="{B94946C4-E231-4607-863F-851E8ACBEE12}" srcOrd="1" destOrd="0" presId="urn:microsoft.com/office/officeart/2005/8/layout/list1"/>
    <dgm:cxn modelId="{095AE1D3-DA80-46D6-8F52-F745D84BC7A8}" type="presOf" srcId="{052DDAE1-6DFF-461A-B53E-1D92F5E4A963}" destId="{F328EB3C-B395-4277-AB1A-FAC2157E3CB4}" srcOrd="1" destOrd="0" presId="urn:microsoft.com/office/officeart/2005/8/layout/list1"/>
    <dgm:cxn modelId="{9803C4E1-9FF1-4D6B-A79E-6033C008EDE9}" type="presOf" srcId="{4668372F-53C9-4B98-A1BF-9FD7E2938B86}" destId="{8A1DE5AD-D6FC-4700-90D3-670362017BD9}" srcOrd="0" destOrd="0" presId="urn:microsoft.com/office/officeart/2005/8/layout/list1"/>
    <dgm:cxn modelId="{0C6F8AEA-ED67-4B1E-B1D5-64E1AA336E4C}" srcId="{052DDAE1-6DFF-461A-B53E-1D92F5E4A963}" destId="{CFEA5C75-C74E-4360-9DCE-1903709091C4}" srcOrd="0" destOrd="0" parTransId="{1941D200-903E-4361-880A-9FBC8B25263B}" sibTransId="{24A73DD9-AA3A-42D0-BF50-D1D4E2118815}"/>
    <dgm:cxn modelId="{257CCCF6-1EAB-4031-BA12-72DC6FB86F85}" srcId="{C1592EA8-681E-4ED5-9E0A-A16CBD48DC57}" destId="{DE9DDDF8-55BE-4FB8-8D43-E40F7269BF08}" srcOrd="2" destOrd="0" parTransId="{13EAA9B6-DF67-401D-A694-F3E5F4D89071}" sibTransId="{11019962-D78B-4A4A-AB9F-E09126364F22}"/>
    <dgm:cxn modelId="{2E5BCF8E-1A5E-42D3-8C39-C5306165D8B0}" type="presParOf" srcId="{CF1AAF12-6935-45F1-A552-92E460EE3546}" destId="{EF118F34-5D86-4174-B63A-45F1CA1A78D9}" srcOrd="0" destOrd="0" presId="urn:microsoft.com/office/officeart/2005/8/layout/list1"/>
    <dgm:cxn modelId="{7F87D61C-5575-45A4-9343-753045D4FFC9}" type="presParOf" srcId="{EF118F34-5D86-4174-B63A-45F1CA1A78D9}" destId="{8A1DE5AD-D6FC-4700-90D3-670362017BD9}" srcOrd="0" destOrd="0" presId="urn:microsoft.com/office/officeart/2005/8/layout/list1"/>
    <dgm:cxn modelId="{FF55B069-D187-4E70-AE5E-C5CF0E879B5F}" type="presParOf" srcId="{EF118F34-5D86-4174-B63A-45F1CA1A78D9}" destId="{B94946C4-E231-4607-863F-851E8ACBEE12}" srcOrd="1" destOrd="0" presId="urn:microsoft.com/office/officeart/2005/8/layout/list1"/>
    <dgm:cxn modelId="{289C53E5-5002-4C05-A0C9-CFB749391AC2}" type="presParOf" srcId="{CF1AAF12-6935-45F1-A552-92E460EE3546}" destId="{B23AE511-B485-4279-BB3D-8990F800BDBB}" srcOrd="1" destOrd="0" presId="urn:microsoft.com/office/officeart/2005/8/layout/list1"/>
    <dgm:cxn modelId="{76611B0F-7117-4AD9-863E-BBB0EC69CD2C}" type="presParOf" srcId="{CF1AAF12-6935-45F1-A552-92E460EE3546}" destId="{D13A5F91-5FB3-4356-809C-B0EA4212D092}" srcOrd="2" destOrd="0" presId="urn:microsoft.com/office/officeart/2005/8/layout/list1"/>
    <dgm:cxn modelId="{FE5AEFFA-8F9B-4F7D-AB3B-2C7DEA1C6A48}" type="presParOf" srcId="{CF1AAF12-6935-45F1-A552-92E460EE3546}" destId="{B2B34C9A-1B64-4F33-A4AC-AB696C41EEC8}" srcOrd="3" destOrd="0" presId="urn:microsoft.com/office/officeart/2005/8/layout/list1"/>
    <dgm:cxn modelId="{4835F7EB-E149-407E-9B72-3B0074CD2022}" type="presParOf" srcId="{CF1AAF12-6935-45F1-A552-92E460EE3546}" destId="{EA8259B4-0870-444E-A676-230307A423C9}" srcOrd="4" destOrd="0" presId="urn:microsoft.com/office/officeart/2005/8/layout/list1"/>
    <dgm:cxn modelId="{3A4F8866-BFD9-4DEF-94EB-D32F28369AE6}" type="presParOf" srcId="{EA8259B4-0870-444E-A676-230307A423C9}" destId="{63BB851A-7B13-4B6A-AD19-8DEBA97E46F9}" srcOrd="0" destOrd="0" presId="urn:microsoft.com/office/officeart/2005/8/layout/list1"/>
    <dgm:cxn modelId="{91BB8AB2-8930-4A2D-B1C1-21300301F352}" type="presParOf" srcId="{EA8259B4-0870-444E-A676-230307A423C9}" destId="{F328EB3C-B395-4277-AB1A-FAC2157E3CB4}" srcOrd="1" destOrd="0" presId="urn:microsoft.com/office/officeart/2005/8/layout/list1"/>
    <dgm:cxn modelId="{EC2E7441-023F-438E-B42C-263F854C8819}" type="presParOf" srcId="{CF1AAF12-6935-45F1-A552-92E460EE3546}" destId="{112544C9-D000-4F43-9621-EDD7F121B2E3}" srcOrd="5" destOrd="0" presId="urn:microsoft.com/office/officeart/2005/8/layout/list1"/>
    <dgm:cxn modelId="{0B7BC175-DBD7-4EC8-BD5B-343135B5431F}" type="presParOf" srcId="{CF1AAF12-6935-45F1-A552-92E460EE3546}" destId="{5D8CAB97-228C-4DA9-92E8-4E9BE466DD48}" srcOrd="6" destOrd="0" presId="urn:microsoft.com/office/officeart/2005/8/layout/list1"/>
    <dgm:cxn modelId="{4E4A7E92-9BBC-4488-B4E3-6A3B74908FAC}" type="presParOf" srcId="{CF1AAF12-6935-45F1-A552-92E460EE3546}" destId="{A9A8D45A-D4AA-45C4-8EFF-67A4EC05F54E}" srcOrd="7" destOrd="0" presId="urn:microsoft.com/office/officeart/2005/8/layout/list1"/>
    <dgm:cxn modelId="{1EEEB033-7643-4349-90CA-8116D00A9532}" type="presParOf" srcId="{CF1AAF12-6935-45F1-A552-92E460EE3546}" destId="{ABA28FEF-B997-41F2-8EA2-AA11037648F1}" srcOrd="8" destOrd="0" presId="urn:microsoft.com/office/officeart/2005/8/layout/list1"/>
    <dgm:cxn modelId="{729A8F0A-3B66-4B6D-98DF-FACD26F14998}" type="presParOf" srcId="{ABA28FEF-B997-41F2-8EA2-AA11037648F1}" destId="{26E31DE4-3C74-45BF-9349-FFD34969C44B}" srcOrd="0" destOrd="0" presId="urn:microsoft.com/office/officeart/2005/8/layout/list1"/>
    <dgm:cxn modelId="{BFECD3A1-240F-43B0-9FB3-CD8E5E728F67}" type="presParOf" srcId="{ABA28FEF-B997-41F2-8EA2-AA11037648F1}" destId="{FC6F25FC-D74A-410D-B747-848B6DF7472D}" srcOrd="1" destOrd="0" presId="urn:microsoft.com/office/officeart/2005/8/layout/list1"/>
    <dgm:cxn modelId="{3DD1438B-D863-4391-BA8F-59BE9D8BE28D}" type="presParOf" srcId="{CF1AAF12-6935-45F1-A552-92E460EE3546}" destId="{6162EA8A-8F6A-43DD-868D-14BA8E2F14AA}" srcOrd="9" destOrd="0" presId="urn:microsoft.com/office/officeart/2005/8/layout/list1"/>
    <dgm:cxn modelId="{7483741B-3AE2-4C0D-A0E3-6B26E5A092F3}" type="presParOf" srcId="{CF1AAF12-6935-45F1-A552-92E460EE3546}" destId="{15048B48-1F67-47FD-97F3-7BE497CD173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11E871-8ACC-494C-9467-0EDB932092C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1_2" csCatId="accent1" phldr="1"/>
      <dgm:spPr/>
      <dgm:t>
        <a:bodyPr/>
        <a:lstStyle/>
        <a:p>
          <a:endParaRPr lang="en-US"/>
        </a:p>
      </dgm:t>
    </dgm:pt>
    <dgm:pt modelId="{C5F4FDD5-A497-4C53-B14B-8D381CC6235F}">
      <dgm:prSet custT="1"/>
      <dgm:spPr>
        <a:solidFill>
          <a:schemeClr val="tx1">
            <a:lumMod val="95000"/>
            <a:lumOff val="5000"/>
            <a:alpha val="45000"/>
          </a:schemeClr>
        </a:solidFill>
      </dgm:spPr>
      <dgm:t>
        <a:bodyPr/>
        <a:lstStyle/>
        <a:p>
          <a:pPr>
            <a:defRPr cap="all"/>
          </a:pPr>
          <a:r>
            <a:rPr lang="en-GB" sz="2000" b="1" dirty="0">
              <a:solidFill>
                <a:schemeClr val="bg1"/>
              </a:solidFill>
            </a:rPr>
            <a:t>Target achieved: 10% expected return with  extremely low expected volatility</a:t>
          </a:r>
          <a:endParaRPr lang="en-US" sz="2000" b="1" dirty="0">
            <a:solidFill>
              <a:schemeClr val="bg1"/>
            </a:solidFill>
          </a:endParaRPr>
        </a:p>
      </dgm:t>
    </dgm:pt>
    <dgm:pt modelId="{6646F57F-F67D-44A6-B8CB-BA7B0AE46889}" type="parTrans" cxnId="{DE1DF83A-B07D-4131-A435-865ED0A14C5B}">
      <dgm:prSet/>
      <dgm:spPr/>
      <dgm:t>
        <a:bodyPr/>
        <a:lstStyle/>
        <a:p>
          <a:endParaRPr lang="en-US"/>
        </a:p>
      </dgm:t>
    </dgm:pt>
    <dgm:pt modelId="{AC9CDF07-FD32-4384-89C8-39192E81C61A}" type="sibTrans" cxnId="{DE1DF83A-B07D-4131-A435-865ED0A14C5B}">
      <dgm:prSet/>
      <dgm:spPr/>
      <dgm:t>
        <a:bodyPr/>
        <a:lstStyle/>
        <a:p>
          <a:endParaRPr lang="en-US"/>
        </a:p>
      </dgm:t>
    </dgm:pt>
    <dgm:pt modelId="{F58E75DB-1802-4674-8CB2-D7324E5CAD8E}">
      <dgm:prSet custT="1"/>
      <dgm:spPr>
        <a:solidFill>
          <a:schemeClr val="tx1">
            <a:lumMod val="95000"/>
            <a:lumOff val="5000"/>
            <a:alpha val="42000"/>
          </a:schemeClr>
        </a:solidFill>
      </dgm:spPr>
      <dgm:t>
        <a:bodyPr/>
        <a:lstStyle/>
        <a:p>
          <a:pPr>
            <a:defRPr cap="all"/>
          </a:pPr>
          <a:r>
            <a:rPr lang="en-GB" sz="2000" b="1" dirty="0">
              <a:solidFill>
                <a:schemeClr val="bg1"/>
              </a:solidFill>
            </a:rPr>
            <a:t>Diversified across asset classes, regions, sectors and currencies</a:t>
          </a:r>
          <a:endParaRPr lang="en-US" sz="2000" b="1" dirty="0">
            <a:solidFill>
              <a:schemeClr val="bg1"/>
            </a:solidFill>
          </a:endParaRPr>
        </a:p>
      </dgm:t>
    </dgm:pt>
    <dgm:pt modelId="{501F497E-104B-4C0D-BE5E-62DD74AE0B88}" type="parTrans" cxnId="{4F180E19-1128-4748-9E5C-6A0D0AFC027F}">
      <dgm:prSet/>
      <dgm:spPr/>
      <dgm:t>
        <a:bodyPr/>
        <a:lstStyle/>
        <a:p>
          <a:endParaRPr lang="en-US"/>
        </a:p>
      </dgm:t>
    </dgm:pt>
    <dgm:pt modelId="{E7461ED3-8D8F-4E12-9979-5854EDDFF11D}" type="sibTrans" cxnId="{4F180E19-1128-4748-9E5C-6A0D0AFC027F}">
      <dgm:prSet/>
      <dgm:spPr/>
      <dgm:t>
        <a:bodyPr/>
        <a:lstStyle/>
        <a:p>
          <a:endParaRPr lang="en-US"/>
        </a:p>
      </dgm:t>
    </dgm:pt>
    <dgm:pt modelId="{24A6E94D-9CF5-4D3B-A86E-1C9EEF2EB796}">
      <dgm:prSet/>
      <dgm:spPr>
        <a:solidFill>
          <a:schemeClr val="tx1">
            <a:lumMod val="95000"/>
            <a:lumOff val="5000"/>
            <a:alpha val="55000"/>
          </a:schemeClr>
        </a:solidFill>
      </dgm:spPr>
      <dgm:t>
        <a:bodyPr/>
        <a:lstStyle/>
        <a:p>
          <a:pPr>
            <a:defRPr cap="all"/>
          </a:pPr>
          <a:r>
            <a:rPr lang="en-GB" b="1" dirty="0">
              <a:solidFill>
                <a:schemeClr val="bg1"/>
              </a:solidFill>
            </a:rPr>
            <a:t>Superior risk-adjusted performance when compared to benchmarks</a:t>
          </a:r>
          <a:endParaRPr lang="en-US" b="1" dirty="0">
            <a:solidFill>
              <a:schemeClr val="bg1"/>
            </a:solidFill>
          </a:endParaRPr>
        </a:p>
      </dgm:t>
    </dgm:pt>
    <dgm:pt modelId="{E01073D7-D3F8-4FC0-9A13-BD2E8EEA4450}" type="parTrans" cxnId="{53FD20D6-AB10-41E7-89D7-6FAC61ECD069}">
      <dgm:prSet/>
      <dgm:spPr/>
      <dgm:t>
        <a:bodyPr/>
        <a:lstStyle/>
        <a:p>
          <a:endParaRPr lang="en-US"/>
        </a:p>
      </dgm:t>
    </dgm:pt>
    <dgm:pt modelId="{6E4E8A55-1D9A-4B92-9598-D87CFD858CF7}" type="sibTrans" cxnId="{53FD20D6-AB10-41E7-89D7-6FAC61ECD069}">
      <dgm:prSet/>
      <dgm:spPr/>
      <dgm:t>
        <a:bodyPr/>
        <a:lstStyle/>
        <a:p>
          <a:endParaRPr lang="en-US"/>
        </a:p>
      </dgm:t>
    </dgm:pt>
    <dgm:pt modelId="{090447CF-C386-4AE6-A685-A54249B9BA31}" type="pres">
      <dgm:prSet presAssocID="{1E11E871-8ACC-494C-9467-0EDB932092CB}" presName="root" presStyleCnt="0">
        <dgm:presLayoutVars>
          <dgm:dir/>
          <dgm:resizeHandles val="exact"/>
        </dgm:presLayoutVars>
      </dgm:prSet>
      <dgm:spPr/>
    </dgm:pt>
    <dgm:pt modelId="{D309F9BC-B725-412B-B314-A40F5E4ECD27}" type="pres">
      <dgm:prSet presAssocID="{C5F4FDD5-A497-4C53-B14B-8D381CC6235F}" presName="compNode" presStyleCnt="0"/>
      <dgm:spPr/>
    </dgm:pt>
    <dgm:pt modelId="{F745D105-6950-4CF3-8B96-D9866DF9AD47}" type="pres">
      <dgm:prSet presAssocID="{C5F4FDD5-A497-4C53-B14B-8D381CC6235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35B32A7-9C3F-49E4-AA93-23839F02466B}" type="pres">
      <dgm:prSet presAssocID="{C5F4FDD5-A497-4C53-B14B-8D381CC623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B9E184D-EFC9-4B8D-A69F-B51DCA2862E0}" type="pres">
      <dgm:prSet presAssocID="{C5F4FDD5-A497-4C53-B14B-8D381CC6235F}" presName="spaceRect" presStyleCnt="0"/>
      <dgm:spPr/>
    </dgm:pt>
    <dgm:pt modelId="{6B450147-3B82-4AA0-999B-60E455DA6356}" type="pres">
      <dgm:prSet presAssocID="{C5F4FDD5-A497-4C53-B14B-8D381CC6235F}" presName="textRect" presStyleLbl="revTx" presStyleIdx="0" presStyleCnt="3">
        <dgm:presLayoutVars>
          <dgm:chMax val="1"/>
          <dgm:chPref val="1"/>
        </dgm:presLayoutVars>
      </dgm:prSet>
      <dgm:spPr/>
    </dgm:pt>
    <dgm:pt modelId="{79D4018E-D338-4D38-A06A-2B1CD51BFB36}" type="pres">
      <dgm:prSet presAssocID="{AC9CDF07-FD32-4384-89C8-39192E81C61A}" presName="sibTrans" presStyleCnt="0"/>
      <dgm:spPr/>
    </dgm:pt>
    <dgm:pt modelId="{8ACC84F9-3F0A-4820-81CA-638280C85BA0}" type="pres">
      <dgm:prSet presAssocID="{F58E75DB-1802-4674-8CB2-D7324E5CAD8E}" presName="compNode" presStyleCnt="0"/>
      <dgm:spPr/>
    </dgm:pt>
    <dgm:pt modelId="{26D065D7-0284-4488-9F4C-9D70329555C7}" type="pres">
      <dgm:prSet presAssocID="{F58E75DB-1802-4674-8CB2-D7324E5CAD8E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F08527C-5DA6-48C9-AE53-446EA76E14F8}" type="pres">
      <dgm:prSet presAssocID="{F58E75DB-1802-4674-8CB2-D7324E5CAD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52F3C612-7554-4094-B7A9-DB5F4B087431}" type="pres">
      <dgm:prSet presAssocID="{F58E75DB-1802-4674-8CB2-D7324E5CAD8E}" presName="spaceRect" presStyleCnt="0"/>
      <dgm:spPr/>
    </dgm:pt>
    <dgm:pt modelId="{DCAF0DE7-29E7-4ACC-8B19-D0D7B9681ABA}" type="pres">
      <dgm:prSet presAssocID="{F58E75DB-1802-4674-8CB2-D7324E5CAD8E}" presName="textRect" presStyleLbl="revTx" presStyleIdx="1" presStyleCnt="3">
        <dgm:presLayoutVars>
          <dgm:chMax val="1"/>
          <dgm:chPref val="1"/>
        </dgm:presLayoutVars>
      </dgm:prSet>
      <dgm:spPr/>
    </dgm:pt>
    <dgm:pt modelId="{CC3B00B4-37C5-4A7F-BC21-39A115AE933F}" type="pres">
      <dgm:prSet presAssocID="{E7461ED3-8D8F-4E12-9979-5854EDDFF11D}" presName="sibTrans" presStyleCnt="0"/>
      <dgm:spPr/>
    </dgm:pt>
    <dgm:pt modelId="{020704B1-D585-4BF3-BD09-63798DD25C1F}" type="pres">
      <dgm:prSet presAssocID="{24A6E94D-9CF5-4D3B-A86E-1C9EEF2EB796}" presName="compNode" presStyleCnt="0"/>
      <dgm:spPr/>
    </dgm:pt>
    <dgm:pt modelId="{0798F8F8-175D-45F2-882A-1D7DCF498B53}" type="pres">
      <dgm:prSet presAssocID="{24A6E94D-9CF5-4D3B-A86E-1C9EEF2EB79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CFB70434-AB77-4551-A6A8-9C56088DDF67}" type="pres">
      <dgm:prSet presAssocID="{24A6E94D-9CF5-4D3B-A86E-1C9EEF2EB79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33F131E3-AE9F-44C1-A0EB-E648DBE4020E}" type="pres">
      <dgm:prSet presAssocID="{24A6E94D-9CF5-4D3B-A86E-1C9EEF2EB796}" presName="spaceRect" presStyleCnt="0"/>
      <dgm:spPr/>
    </dgm:pt>
    <dgm:pt modelId="{B0AC7474-AD41-40C5-8CAF-BA62F9772200}" type="pres">
      <dgm:prSet presAssocID="{24A6E94D-9CF5-4D3B-A86E-1C9EEF2EB79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F180E19-1128-4748-9E5C-6A0D0AFC027F}" srcId="{1E11E871-8ACC-494C-9467-0EDB932092CB}" destId="{F58E75DB-1802-4674-8CB2-D7324E5CAD8E}" srcOrd="1" destOrd="0" parTransId="{501F497E-104B-4C0D-BE5E-62DD74AE0B88}" sibTransId="{E7461ED3-8D8F-4E12-9979-5854EDDFF11D}"/>
    <dgm:cxn modelId="{749FA61D-B9C8-45A0-8A65-7077D457D109}" type="presOf" srcId="{1E11E871-8ACC-494C-9467-0EDB932092CB}" destId="{090447CF-C386-4AE6-A685-A54249B9BA31}" srcOrd="0" destOrd="0" presId="urn:microsoft.com/office/officeart/2018/5/layout/IconLeafLabelList"/>
    <dgm:cxn modelId="{DE1DF83A-B07D-4131-A435-865ED0A14C5B}" srcId="{1E11E871-8ACC-494C-9467-0EDB932092CB}" destId="{C5F4FDD5-A497-4C53-B14B-8D381CC6235F}" srcOrd="0" destOrd="0" parTransId="{6646F57F-F67D-44A6-B8CB-BA7B0AE46889}" sibTransId="{AC9CDF07-FD32-4384-89C8-39192E81C61A}"/>
    <dgm:cxn modelId="{FCA9FD9F-6111-4F2D-98C1-419AADE49853}" type="presOf" srcId="{C5F4FDD5-A497-4C53-B14B-8D381CC6235F}" destId="{6B450147-3B82-4AA0-999B-60E455DA6356}" srcOrd="0" destOrd="0" presId="urn:microsoft.com/office/officeart/2018/5/layout/IconLeafLabelList"/>
    <dgm:cxn modelId="{960D62CB-B713-491D-9F4A-E3A1F6DABEBD}" type="presOf" srcId="{24A6E94D-9CF5-4D3B-A86E-1C9EEF2EB796}" destId="{B0AC7474-AD41-40C5-8CAF-BA62F9772200}" srcOrd="0" destOrd="0" presId="urn:microsoft.com/office/officeart/2018/5/layout/IconLeafLabelList"/>
    <dgm:cxn modelId="{53FD20D6-AB10-41E7-89D7-6FAC61ECD069}" srcId="{1E11E871-8ACC-494C-9467-0EDB932092CB}" destId="{24A6E94D-9CF5-4D3B-A86E-1C9EEF2EB796}" srcOrd="2" destOrd="0" parTransId="{E01073D7-D3F8-4FC0-9A13-BD2E8EEA4450}" sibTransId="{6E4E8A55-1D9A-4B92-9598-D87CFD858CF7}"/>
    <dgm:cxn modelId="{191B19D7-92CA-4A02-B3FA-2148268056A0}" type="presOf" srcId="{F58E75DB-1802-4674-8CB2-D7324E5CAD8E}" destId="{DCAF0DE7-29E7-4ACC-8B19-D0D7B9681ABA}" srcOrd="0" destOrd="0" presId="urn:microsoft.com/office/officeart/2018/5/layout/IconLeafLabelList"/>
    <dgm:cxn modelId="{C08822E8-6E41-4137-8606-C0DE18E38335}" type="presParOf" srcId="{090447CF-C386-4AE6-A685-A54249B9BA31}" destId="{D309F9BC-B725-412B-B314-A40F5E4ECD27}" srcOrd="0" destOrd="0" presId="urn:microsoft.com/office/officeart/2018/5/layout/IconLeafLabelList"/>
    <dgm:cxn modelId="{FC62DE38-9810-46CD-B2EC-642B2DD831DF}" type="presParOf" srcId="{D309F9BC-B725-412B-B314-A40F5E4ECD27}" destId="{F745D105-6950-4CF3-8B96-D9866DF9AD47}" srcOrd="0" destOrd="0" presId="urn:microsoft.com/office/officeart/2018/5/layout/IconLeafLabelList"/>
    <dgm:cxn modelId="{E5C2B20D-817F-41A8-AAC0-F9B842EB52CD}" type="presParOf" srcId="{D309F9BC-B725-412B-B314-A40F5E4ECD27}" destId="{D35B32A7-9C3F-49E4-AA93-23839F02466B}" srcOrd="1" destOrd="0" presId="urn:microsoft.com/office/officeart/2018/5/layout/IconLeafLabelList"/>
    <dgm:cxn modelId="{14DAA8B9-0949-4C5F-B562-516FFF68B3DC}" type="presParOf" srcId="{D309F9BC-B725-412B-B314-A40F5E4ECD27}" destId="{FB9E184D-EFC9-4B8D-A69F-B51DCA2862E0}" srcOrd="2" destOrd="0" presId="urn:microsoft.com/office/officeart/2018/5/layout/IconLeafLabelList"/>
    <dgm:cxn modelId="{8BBD54C1-BD68-4084-8F22-3FFC9F7FFDA7}" type="presParOf" srcId="{D309F9BC-B725-412B-B314-A40F5E4ECD27}" destId="{6B450147-3B82-4AA0-999B-60E455DA6356}" srcOrd="3" destOrd="0" presId="urn:microsoft.com/office/officeart/2018/5/layout/IconLeafLabelList"/>
    <dgm:cxn modelId="{21C9D8D5-FA29-4BFA-9F87-C3CD93284952}" type="presParOf" srcId="{090447CF-C386-4AE6-A685-A54249B9BA31}" destId="{79D4018E-D338-4D38-A06A-2B1CD51BFB36}" srcOrd="1" destOrd="0" presId="urn:microsoft.com/office/officeart/2018/5/layout/IconLeafLabelList"/>
    <dgm:cxn modelId="{58746050-5774-43D5-AABE-40D784C41BB7}" type="presParOf" srcId="{090447CF-C386-4AE6-A685-A54249B9BA31}" destId="{8ACC84F9-3F0A-4820-81CA-638280C85BA0}" srcOrd="2" destOrd="0" presId="urn:microsoft.com/office/officeart/2018/5/layout/IconLeafLabelList"/>
    <dgm:cxn modelId="{D65C41ED-C576-4D63-BC2C-ADBA16443133}" type="presParOf" srcId="{8ACC84F9-3F0A-4820-81CA-638280C85BA0}" destId="{26D065D7-0284-4488-9F4C-9D70329555C7}" srcOrd="0" destOrd="0" presId="urn:microsoft.com/office/officeart/2018/5/layout/IconLeafLabelList"/>
    <dgm:cxn modelId="{2C6EC026-A011-4827-BCC0-F36A731372CB}" type="presParOf" srcId="{8ACC84F9-3F0A-4820-81CA-638280C85BA0}" destId="{8F08527C-5DA6-48C9-AE53-446EA76E14F8}" srcOrd="1" destOrd="0" presId="urn:microsoft.com/office/officeart/2018/5/layout/IconLeafLabelList"/>
    <dgm:cxn modelId="{74715B85-EF5A-4C8C-B4DD-927D8FDB8FF3}" type="presParOf" srcId="{8ACC84F9-3F0A-4820-81CA-638280C85BA0}" destId="{52F3C612-7554-4094-B7A9-DB5F4B087431}" srcOrd="2" destOrd="0" presId="urn:microsoft.com/office/officeart/2018/5/layout/IconLeafLabelList"/>
    <dgm:cxn modelId="{A0B771D7-BC8A-4AD7-B19D-CA575EFE827E}" type="presParOf" srcId="{8ACC84F9-3F0A-4820-81CA-638280C85BA0}" destId="{DCAF0DE7-29E7-4ACC-8B19-D0D7B9681ABA}" srcOrd="3" destOrd="0" presId="urn:microsoft.com/office/officeart/2018/5/layout/IconLeafLabelList"/>
    <dgm:cxn modelId="{D3B9C87F-EFD5-41CA-9729-6632515DA4CD}" type="presParOf" srcId="{090447CF-C386-4AE6-A685-A54249B9BA31}" destId="{CC3B00B4-37C5-4A7F-BC21-39A115AE933F}" srcOrd="3" destOrd="0" presId="urn:microsoft.com/office/officeart/2018/5/layout/IconLeafLabelList"/>
    <dgm:cxn modelId="{B6F21E12-4CC9-461A-816B-14503604B526}" type="presParOf" srcId="{090447CF-C386-4AE6-A685-A54249B9BA31}" destId="{020704B1-D585-4BF3-BD09-63798DD25C1F}" srcOrd="4" destOrd="0" presId="urn:microsoft.com/office/officeart/2018/5/layout/IconLeafLabelList"/>
    <dgm:cxn modelId="{3A7CBC84-1F53-4A21-99A0-E9574B52B159}" type="presParOf" srcId="{020704B1-D585-4BF3-BD09-63798DD25C1F}" destId="{0798F8F8-175D-45F2-882A-1D7DCF498B53}" srcOrd="0" destOrd="0" presId="urn:microsoft.com/office/officeart/2018/5/layout/IconLeafLabelList"/>
    <dgm:cxn modelId="{181BFD57-0E58-4370-95F6-8C0F1FDCC94A}" type="presParOf" srcId="{020704B1-D585-4BF3-BD09-63798DD25C1F}" destId="{CFB70434-AB77-4551-A6A8-9C56088DDF67}" srcOrd="1" destOrd="0" presId="urn:microsoft.com/office/officeart/2018/5/layout/IconLeafLabelList"/>
    <dgm:cxn modelId="{49DCF973-A719-4FE8-BC17-F9B6D43A2A14}" type="presParOf" srcId="{020704B1-D585-4BF3-BD09-63798DD25C1F}" destId="{33F131E3-AE9F-44C1-A0EB-E648DBE4020E}" srcOrd="2" destOrd="0" presId="urn:microsoft.com/office/officeart/2018/5/layout/IconLeafLabelList"/>
    <dgm:cxn modelId="{365FBC03-6921-4D82-A69F-B5B2201EEF22}" type="presParOf" srcId="{020704B1-D585-4BF3-BD09-63798DD25C1F}" destId="{B0AC7474-AD41-40C5-8CAF-BA62F977220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2E4707-DA2E-4F5F-A881-BB5B1108E4E0}">
      <dsp:nvSpPr>
        <dsp:cNvPr id="0" name=""/>
        <dsp:cNvSpPr/>
      </dsp:nvSpPr>
      <dsp:spPr>
        <a:xfrm>
          <a:off x="0" y="0"/>
          <a:ext cx="5467747" cy="1350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Tangency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600" kern="1200" dirty="0"/>
            <a:t>Maximum Sharpe portfolio not diversified enough</a:t>
          </a:r>
        </a:p>
      </dsp:txBody>
      <dsp:txXfrm>
        <a:off x="39560" y="39560"/>
        <a:ext cx="4010265" cy="1271553"/>
      </dsp:txXfrm>
    </dsp:sp>
    <dsp:sp modelId="{96C96E56-A208-42FB-942A-C20576A733E5}">
      <dsp:nvSpPr>
        <dsp:cNvPr id="0" name=""/>
        <dsp:cNvSpPr/>
      </dsp:nvSpPr>
      <dsp:spPr>
        <a:xfrm>
          <a:off x="482448" y="1575785"/>
          <a:ext cx="5467747" cy="1350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Constrained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600" kern="1200" dirty="0"/>
            <a:t>Portfolio successfully diversified however expected return/risk too high for target.</a:t>
          </a:r>
        </a:p>
      </dsp:txBody>
      <dsp:txXfrm>
        <a:off x="522008" y="1615345"/>
        <a:ext cx="4028241" cy="1271553"/>
      </dsp:txXfrm>
    </dsp:sp>
    <dsp:sp modelId="{BE5EB676-3A84-422F-9715-CD83824113BF}">
      <dsp:nvSpPr>
        <dsp:cNvPr id="0" name=""/>
        <dsp:cNvSpPr/>
      </dsp:nvSpPr>
      <dsp:spPr>
        <a:xfrm>
          <a:off x="964896" y="3151570"/>
          <a:ext cx="5467747" cy="13506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Final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600" kern="1200" dirty="0"/>
            <a:t>Combined with the risk-free asset to attain target return while maintaining Sharpe ratio</a:t>
          </a:r>
        </a:p>
      </dsp:txBody>
      <dsp:txXfrm>
        <a:off x="1004456" y="3191130"/>
        <a:ext cx="4028241" cy="1271553"/>
      </dsp:txXfrm>
    </dsp:sp>
    <dsp:sp modelId="{241CC7DD-8DF9-49A6-8755-54CD323FB384}">
      <dsp:nvSpPr>
        <dsp:cNvPr id="0" name=""/>
        <dsp:cNvSpPr/>
      </dsp:nvSpPr>
      <dsp:spPr>
        <a:xfrm>
          <a:off x="4589809" y="1024260"/>
          <a:ext cx="877937" cy="877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>
        <a:off x="4787345" y="1024260"/>
        <a:ext cx="482865" cy="660648"/>
      </dsp:txXfrm>
    </dsp:sp>
    <dsp:sp modelId="{989D2F6B-1512-46D2-B796-6896F49839C1}">
      <dsp:nvSpPr>
        <dsp:cNvPr id="0" name=""/>
        <dsp:cNvSpPr/>
      </dsp:nvSpPr>
      <dsp:spPr>
        <a:xfrm>
          <a:off x="5072258" y="2591041"/>
          <a:ext cx="877937" cy="8779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>
        <a:off x="5269794" y="2591041"/>
        <a:ext cx="482865" cy="6606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B904B0-AD48-4426-9FE9-B459A3ED7DC0}">
      <dsp:nvSpPr>
        <dsp:cNvPr id="0" name=""/>
        <dsp:cNvSpPr/>
      </dsp:nvSpPr>
      <dsp:spPr>
        <a:xfrm rot="5400000">
          <a:off x="2558639" y="-892712"/>
          <a:ext cx="793124" cy="278136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GB" sz="1500" kern="1200" dirty="0"/>
            <a:t>   equities exhibit high risk compared to fixed income and commodities</a:t>
          </a:r>
        </a:p>
      </dsp:txBody>
      <dsp:txXfrm rot="-5400000">
        <a:off x="1564519" y="140125"/>
        <a:ext cx="2742649" cy="715690"/>
      </dsp:txXfrm>
    </dsp:sp>
    <dsp:sp modelId="{60D8B6DA-C290-450E-A8EA-00CED8624510}">
      <dsp:nvSpPr>
        <dsp:cNvPr id="0" name=""/>
        <dsp:cNvSpPr/>
      </dsp:nvSpPr>
      <dsp:spPr>
        <a:xfrm>
          <a:off x="0" y="2267"/>
          <a:ext cx="1564518" cy="9914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Market and company risk </a:t>
          </a:r>
        </a:p>
      </dsp:txBody>
      <dsp:txXfrm>
        <a:off x="48396" y="50663"/>
        <a:ext cx="1467726" cy="894613"/>
      </dsp:txXfrm>
    </dsp:sp>
    <dsp:sp modelId="{69B1AB21-9321-4BA4-9EE7-9B65575CBCD4}">
      <dsp:nvSpPr>
        <dsp:cNvPr id="0" name=""/>
        <dsp:cNvSpPr/>
      </dsp:nvSpPr>
      <dsp:spPr>
        <a:xfrm rot="5400000">
          <a:off x="2558639" y="148262"/>
          <a:ext cx="793124" cy="278136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500" kern="1200" dirty="0"/>
            <a:t>bonds exhibit lower volatility overall - potential growth if interest rates decrease</a:t>
          </a:r>
        </a:p>
      </dsp:txBody>
      <dsp:txXfrm rot="-5400000">
        <a:off x="1564519" y="1181100"/>
        <a:ext cx="2742649" cy="715690"/>
      </dsp:txXfrm>
    </dsp:sp>
    <dsp:sp modelId="{ED1F0998-2DD1-47DC-BADD-D235F19B7154}">
      <dsp:nvSpPr>
        <dsp:cNvPr id="0" name=""/>
        <dsp:cNvSpPr/>
      </dsp:nvSpPr>
      <dsp:spPr>
        <a:xfrm>
          <a:off x="0" y="1043243"/>
          <a:ext cx="1564518" cy="9914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Interest rate risk</a:t>
          </a:r>
        </a:p>
      </dsp:txBody>
      <dsp:txXfrm>
        <a:off x="48396" y="1091639"/>
        <a:ext cx="1467726" cy="894613"/>
      </dsp:txXfrm>
    </dsp:sp>
    <dsp:sp modelId="{7D6372C3-97DA-4659-812D-800EA393EAA3}">
      <dsp:nvSpPr>
        <dsp:cNvPr id="0" name=""/>
        <dsp:cNvSpPr/>
      </dsp:nvSpPr>
      <dsp:spPr>
        <a:xfrm rot="5400000">
          <a:off x="2558639" y="1149479"/>
          <a:ext cx="793124" cy="278136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500" kern="1200" dirty="0"/>
            <a:t>exposure to multiple currencies minimises this risk</a:t>
          </a:r>
        </a:p>
      </dsp:txBody>
      <dsp:txXfrm rot="-5400000">
        <a:off x="1564519" y="2182317"/>
        <a:ext cx="2742649" cy="715690"/>
      </dsp:txXfrm>
    </dsp:sp>
    <dsp:sp modelId="{21F2F85D-B9DC-4D23-9AE3-63C8EDA42C21}">
      <dsp:nvSpPr>
        <dsp:cNvPr id="0" name=""/>
        <dsp:cNvSpPr/>
      </dsp:nvSpPr>
      <dsp:spPr>
        <a:xfrm>
          <a:off x="0" y="2084219"/>
          <a:ext cx="1564518" cy="9914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FX risk</a:t>
          </a:r>
        </a:p>
      </dsp:txBody>
      <dsp:txXfrm>
        <a:off x="48396" y="2132615"/>
        <a:ext cx="1467726" cy="894613"/>
      </dsp:txXfrm>
    </dsp:sp>
    <dsp:sp modelId="{BFCC82F3-9E3F-44DC-A6D2-FBD7CE288413}">
      <dsp:nvSpPr>
        <dsp:cNvPr id="0" name=""/>
        <dsp:cNvSpPr/>
      </dsp:nvSpPr>
      <dsp:spPr>
        <a:xfrm rot="5400000">
          <a:off x="2558639" y="2230214"/>
          <a:ext cx="793124" cy="278136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500" kern="1200" dirty="0"/>
            <a:t>geopolitics, trade disruptions - allocation diversified across numerous types</a:t>
          </a:r>
        </a:p>
      </dsp:txBody>
      <dsp:txXfrm rot="-5400000">
        <a:off x="1564519" y="3263052"/>
        <a:ext cx="2742649" cy="715690"/>
      </dsp:txXfrm>
    </dsp:sp>
    <dsp:sp modelId="{0B604C5A-2D1C-4B72-8158-F1653E8F4B06}">
      <dsp:nvSpPr>
        <dsp:cNvPr id="0" name=""/>
        <dsp:cNvSpPr/>
      </dsp:nvSpPr>
      <dsp:spPr>
        <a:xfrm>
          <a:off x="0" y="3125195"/>
          <a:ext cx="1564518" cy="9914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Commodity market risk</a:t>
          </a:r>
        </a:p>
      </dsp:txBody>
      <dsp:txXfrm>
        <a:off x="48396" y="3173591"/>
        <a:ext cx="1467726" cy="894613"/>
      </dsp:txXfrm>
    </dsp:sp>
    <dsp:sp modelId="{79BE746A-77C4-4A36-9380-44E3E1B37660}">
      <dsp:nvSpPr>
        <dsp:cNvPr id="0" name=""/>
        <dsp:cNvSpPr/>
      </dsp:nvSpPr>
      <dsp:spPr>
        <a:xfrm rot="5400000">
          <a:off x="2558639" y="3271190"/>
          <a:ext cx="793124" cy="278136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500" kern="1200" dirty="0"/>
            <a:t>Bitcoin is the highest volatility asset - regulatory uncertainty, market sentiment</a:t>
          </a:r>
        </a:p>
      </dsp:txBody>
      <dsp:txXfrm rot="-5400000">
        <a:off x="1564519" y="4304028"/>
        <a:ext cx="2742649" cy="715690"/>
      </dsp:txXfrm>
    </dsp:sp>
    <dsp:sp modelId="{4D0742BD-28F1-4CEA-9660-C32C6361F19E}">
      <dsp:nvSpPr>
        <dsp:cNvPr id="0" name=""/>
        <dsp:cNvSpPr/>
      </dsp:nvSpPr>
      <dsp:spPr>
        <a:xfrm>
          <a:off x="0" y="4166170"/>
          <a:ext cx="1564518" cy="9914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Crypto risk</a:t>
          </a:r>
        </a:p>
      </dsp:txBody>
      <dsp:txXfrm>
        <a:off x="48396" y="4214566"/>
        <a:ext cx="1467726" cy="8946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A5F91-5FB3-4356-809C-B0EA4212D092}">
      <dsp:nvSpPr>
        <dsp:cNvPr id="0" name=""/>
        <dsp:cNvSpPr/>
      </dsp:nvSpPr>
      <dsp:spPr>
        <a:xfrm>
          <a:off x="0" y="438575"/>
          <a:ext cx="5731244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808" tIns="374904" rIns="444808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800" kern="1200" dirty="0"/>
            <a:t>MSGARCH &amp; student t-distribution: Markov chain allows for regime changes, t-distribution heavy tails allow for extreme events.</a:t>
          </a:r>
        </a:p>
      </dsp:txBody>
      <dsp:txXfrm>
        <a:off x="0" y="438575"/>
        <a:ext cx="5731244" cy="1275750"/>
      </dsp:txXfrm>
    </dsp:sp>
    <dsp:sp modelId="{B94946C4-E231-4607-863F-851E8ACBEE12}">
      <dsp:nvSpPr>
        <dsp:cNvPr id="0" name=""/>
        <dsp:cNvSpPr/>
      </dsp:nvSpPr>
      <dsp:spPr>
        <a:xfrm>
          <a:off x="286562" y="172895"/>
          <a:ext cx="4011871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639" tIns="0" rIns="15163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Model</a:t>
          </a:r>
        </a:p>
      </dsp:txBody>
      <dsp:txXfrm>
        <a:off x="312501" y="198834"/>
        <a:ext cx="3959993" cy="479482"/>
      </dsp:txXfrm>
    </dsp:sp>
    <dsp:sp modelId="{5D8CAB97-228C-4DA9-92E8-4E9BE466DD48}">
      <dsp:nvSpPr>
        <dsp:cNvPr id="0" name=""/>
        <dsp:cNvSpPr/>
      </dsp:nvSpPr>
      <dsp:spPr>
        <a:xfrm>
          <a:off x="0" y="2077206"/>
          <a:ext cx="5731244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808" tIns="374904" rIns="44480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800" kern="1200" dirty="0"/>
            <a:t>MAPE = 5.02% vs standard GARCH 10%</a:t>
          </a:r>
        </a:p>
      </dsp:txBody>
      <dsp:txXfrm>
        <a:off x="0" y="2077206"/>
        <a:ext cx="5731244" cy="765450"/>
      </dsp:txXfrm>
    </dsp:sp>
    <dsp:sp modelId="{F328EB3C-B395-4277-AB1A-FAC2157E3CB4}">
      <dsp:nvSpPr>
        <dsp:cNvPr id="0" name=""/>
        <dsp:cNvSpPr/>
      </dsp:nvSpPr>
      <dsp:spPr>
        <a:xfrm>
          <a:off x="286562" y="1811526"/>
          <a:ext cx="4011871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639" tIns="0" rIns="15163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Fit</a:t>
          </a:r>
        </a:p>
      </dsp:txBody>
      <dsp:txXfrm>
        <a:off x="312501" y="1837465"/>
        <a:ext cx="3959993" cy="479482"/>
      </dsp:txXfrm>
    </dsp:sp>
    <dsp:sp modelId="{15048B48-1F67-47FD-97F3-7BE497CD173A}">
      <dsp:nvSpPr>
        <dsp:cNvPr id="0" name=""/>
        <dsp:cNvSpPr/>
      </dsp:nvSpPr>
      <dsp:spPr>
        <a:xfrm>
          <a:off x="0" y="3205536"/>
          <a:ext cx="5731244" cy="1020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808" tIns="374904" rIns="444808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800" kern="1200" dirty="0"/>
            <a:t>Potential pivot to safe-haven assets during regime switches.</a:t>
          </a:r>
        </a:p>
      </dsp:txBody>
      <dsp:txXfrm>
        <a:off x="0" y="3205536"/>
        <a:ext cx="5731244" cy="1020600"/>
      </dsp:txXfrm>
    </dsp:sp>
    <dsp:sp modelId="{FC6F25FC-D74A-410D-B747-848B6DF7472D}">
      <dsp:nvSpPr>
        <dsp:cNvPr id="0" name=""/>
        <dsp:cNvSpPr/>
      </dsp:nvSpPr>
      <dsp:spPr>
        <a:xfrm>
          <a:off x="286562" y="2939856"/>
          <a:ext cx="4011871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639" tIns="0" rIns="151639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Mitigation</a:t>
          </a:r>
        </a:p>
      </dsp:txBody>
      <dsp:txXfrm>
        <a:off x="312501" y="2965795"/>
        <a:ext cx="3959993" cy="4794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45D105-6950-4CF3-8B96-D9866DF9AD47}">
      <dsp:nvSpPr>
        <dsp:cNvPr id="0" name=""/>
        <dsp:cNvSpPr/>
      </dsp:nvSpPr>
      <dsp:spPr>
        <a:xfrm>
          <a:off x="679050" y="376271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5B32A7-9C3F-49E4-AA93-23839F02466B}">
      <dsp:nvSpPr>
        <dsp:cNvPr id="0" name=""/>
        <dsp:cNvSpPr/>
      </dsp:nvSpPr>
      <dsp:spPr>
        <a:xfrm>
          <a:off x="1081237" y="778459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450147-3B82-4AA0-999B-60E455DA6356}">
      <dsp:nvSpPr>
        <dsp:cNvPr id="0" name=""/>
        <dsp:cNvSpPr/>
      </dsp:nvSpPr>
      <dsp:spPr>
        <a:xfrm>
          <a:off x="75768" y="2851272"/>
          <a:ext cx="3093750" cy="1125000"/>
        </a:xfrm>
        <a:prstGeom prst="rect">
          <a:avLst/>
        </a:prstGeom>
        <a:solidFill>
          <a:schemeClr val="tx1">
            <a:lumMod val="95000"/>
            <a:lumOff val="5000"/>
            <a:alpha val="4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b="1" kern="1200" dirty="0">
              <a:solidFill>
                <a:schemeClr val="bg1"/>
              </a:solidFill>
            </a:rPr>
            <a:t>Target achieved: 10% expected return with  extremely low expected volatility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75768" y="2851272"/>
        <a:ext cx="3093750" cy="1125000"/>
      </dsp:txXfrm>
    </dsp:sp>
    <dsp:sp modelId="{26D065D7-0284-4488-9F4C-9D70329555C7}">
      <dsp:nvSpPr>
        <dsp:cNvPr id="0" name=""/>
        <dsp:cNvSpPr/>
      </dsp:nvSpPr>
      <dsp:spPr>
        <a:xfrm>
          <a:off x="4314206" y="376271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08527C-5DA6-48C9-AE53-446EA76E14F8}">
      <dsp:nvSpPr>
        <dsp:cNvPr id="0" name=""/>
        <dsp:cNvSpPr/>
      </dsp:nvSpPr>
      <dsp:spPr>
        <a:xfrm>
          <a:off x="4716393" y="778459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AF0DE7-29E7-4ACC-8B19-D0D7B9681ABA}">
      <dsp:nvSpPr>
        <dsp:cNvPr id="0" name=""/>
        <dsp:cNvSpPr/>
      </dsp:nvSpPr>
      <dsp:spPr>
        <a:xfrm>
          <a:off x="3710925" y="2851272"/>
          <a:ext cx="3093750" cy="1125000"/>
        </a:xfrm>
        <a:prstGeom prst="rect">
          <a:avLst/>
        </a:prstGeom>
        <a:solidFill>
          <a:schemeClr val="tx1">
            <a:lumMod val="95000"/>
            <a:lumOff val="5000"/>
            <a:alpha val="42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b="1" kern="1200" dirty="0">
              <a:solidFill>
                <a:schemeClr val="bg1"/>
              </a:solidFill>
            </a:rPr>
            <a:t>Diversified across asset classes, regions, sectors and currencies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3710925" y="2851272"/>
        <a:ext cx="3093750" cy="1125000"/>
      </dsp:txXfrm>
    </dsp:sp>
    <dsp:sp modelId="{0798F8F8-175D-45F2-882A-1D7DCF498B53}">
      <dsp:nvSpPr>
        <dsp:cNvPr id="0" name=""/>
        <dsp:cNvSpPr/>
      </dsp:nvSpPr>
      <dsp:spPr>
        <a:xfrm>
          <a:off x="7949362" y="376271"/>
          <a:ext cx="1887187" cy="1887187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B70434-AB77-4551-A6A8-9C56088DDF67}">
      <dsp:nvSpPr>
        <dsp:cNvPr id="0" name=""/>
        <dsp:cNvSpPr/>
      </dsp:nvSpPr>
      <dsp:spPr>
        <a:xfrm>
          <a:off x="8351550" y="778459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AC7474-AD41-40C5-8CAF-BA62F9772200}">
      <dsp:nvSpPr>
        <dsp:cNvPr id="0" name=""/>
        <dsp:cNvSpPr/>
      </dsp:nvSpPr>
      <dsp:spPr>
        <a:xfrm>
          <a:off x="7346081" y="2851272"/>
          <a:ext cx="3093750" cy="1125000"/>
        </a:xfrm>
        <a:prstGeom prst="rect">
          <a:avLst/>
        </a:prstGeom>
        <a:solidFill>
          <a:schemeClr val="tx1">
            <a:lumMod val="95000"/>
            <a:lumOff val="5000"/>
            <a:alpha val="5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000" b="1" kern="1200" dirty="0">
              <a:solidFill>
                <a:schemeClr val="bg1"/>
              </a:solidFill>
            </a:rPr>
            <a:t>Superior risk-adjusted performance when compared to benchmarks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7346081" y="2851272"/>
        <a:ext cx="3093750" cy="112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16:57:40.8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24437,'1212'37'0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16:57:41.95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24575,'50'-1'0,"0"3"0,0 1 0,80 17 0,-72-11 0,1-2 0,0-2 0,0-4 0,61-5 0,5 1 0,-88 3-1365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21:03:19.6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186 194 24575,'-2'44'0,"1"43"0,2-82 0,-1 0 0,1 0 0,-1 1 0,2-1 0,-1 0 0,0 0 0,1-1 0,0 1 0,0 0 0,0-1 0,1 1 0,5 6 0,-8-10 0,1 0 0,-1 0 0,1-1 0,-1 1 0,1-1 0,0 1 0,-1 0 0,1-1 0,0 1 0,-1-1 0,1 0 0,0 1 0,0-1 0,0 1 0,-1-1 0,1 0 0,0 0 0,0 1 0,0-1 0,0 0 0,-1 0 0,1 0 0,0 0 0,0 0 0,0 0 0,0 0 0,0 0 0,-1-1 0,1 1 0,0 0 0,0 0 0,0-1 0,-1 1 0,1 0 0,0-1 0,0 1 0,-1-1 0,1 1 0,0-1 0,-1 0 0,2 0 0,-1-1 0,0 1 0,0-1 0,0 0 0,0 1 0,0-1 0,0 0 0,0 0 0,-1 1 0,1-1 0,-1 0 0,1 0 0,-1 0 0,0 0 0,0 0 0,0 0 0,0 0 0,0 1 0,0-4 0,-2 0 0,0 0 0,0 0 0,-1 0 0,1 1 0,-1-1 0,0 1 0,-1-1 0,1 1 0,-1 0 0,1 0 0,-1 0 0,0 1 0,-1-1 0,1 1 0,-1 0 0,1 0 0,-1 1 0,0-1 0,0 1 0,-8-2 0,5 1 0,1 0 0,-1 1 0,0 0 0,0 1 0,0 0 0,0 0 0,0 1 0,0 0 0,0 0 0,0 0 0,0 1 0,0 1 0,-10 2 0,16-3 0,-1-1 0,1 1 0,0 0 0,0 0 0,-1 0 0,1 1 0,0-1 0,0 0 0,0 1 0,0 0 0,0-1 0,1 1 0,-1 0 0,0 0 0,1 0 0,-1 0 0,1 0 0,0 0 0,0 0 0,0 1 0,0-1 0,0 0 0,0 1 0,0-1 0,1 0 0,-1 1 0,1-1 0,0 1 0,0-1 0,0 1 0,0-1 0,0 1 0,1-1 0,-1 1 0,0-1 0,2 4 0,0-2 0,-1 0 0,1 1 0,0-1 0,1 0 0,-1 0 0,1-1 0,0 1 0,-1-1 0,2 1 0,-1-1 0,0 0 0,1 0 0,-1 0 0,1 0 0,0-1 0,0 0 0,0 1 0,0-2 0,6 3 0,24 2 0,-7-1 0,-49-5 0,17-1 0,-1 1 0,1 0 0,0 0 0,-1 0 0,1 1 0,0-1 0,0 1 0,0 0 0,-1 1 0,1-1 0,0 1 0,-5 3 0,10-5 0,0 0 0,-1 1 0,1-1 0,0 0 0,0 0 0,0 1 0,0-1 0,-1 0 0,1 1 0,0-1 0,0 0 0,0 1 0,0-1 0,0 0 0,0 1 0,0-1 0,0 0 0,0 1 0,0-1 0,0 0 0,0 1 0,0-1 0,0 0 0,0 0 0,0 1 0,0-1 0,0 0 0,1 1 0,-1-1 0,0 0 0,0 1 0,0-1 0,1 0 0,-1 0 0,0 1 0,0-1 0,0 0 0,1 0 0,-1 0 0,0 1 0,1-1 0,-1 0 0,0 0 0,0 0 0,1 0 0,-1 1 0,0-1 0,1 0 0,-1 0 0,0 0 0,1 0 0,-1 0 0,0 0 0,1 0 0,-1 0 0,0 0 0,1 0 0,-1 0 0,0 0 0,1-1 0,23 7 0,52 1 0,37 5 0,43 6 0,-79-12 0,12 12 0,-65-12 0,1-1 0,28 2 0,168-5 0,-156-3 0,-89-2 0,1-1 0,0 0 0,0-2 0,-33-12 0,25 7 0,-1 2 0,0 1 0,-53-6 0,17 11 0,-90 7 0,155-4 0,0 0 0,0 1 0,0-1 0,1 1 0,-1-1 0,0 1 0,0 0 0,1 0 0,-1 0 0,1 1 0,-1-1 0,1 1 0,-1-1 0,-1 3 0,3-4 0,1 1 0,0-1 0,-1 1 0,1-1 0,0 1 0,0-1 0,0 1 0,-1-1 0,1 1 0,0-1 0,0 1 0,0-1 0,0 1 0,0-1 0,0 1 0,0-1 0,0 1 0,0 0 0,0-1 0,0 1 0,0-1 0,0 1 0,1-1 0,-1 1 0,0-1 0,1 1 0,20 17 0,1-7 0,1-2 0,0-1 0,1 0 0,0-2 0,27 4 0,31 8 0,84 17 0,-49-12 0,-43-6 0,0-3 0,1-4 0,104 2 0,298-14 0,-1072 2 0,588 1 0,1-1 0,-1-1 0,0 1 0,0-1 0,1-1 0,-1 1 0,0-1 0,1 0 0,-8-3 0,11 3 0,0 0 0,0 0 0,1 0 0,-1-1 0,0 1 0,1-1 0,0 1 0,0-1 0,-1 0 0,1 0 0,1 0 0,-1 0 0,0 0 0,1 0 0,0-1 0,0 1 0,0 0 0,0-1 0,-1-5 0,-1-11 0,1 7 0,0 0 0,-1 0 0,-9-24 0,10 33 0,0 0 0,0 0 0,0 1 0,0-1 0,-1 1 0,1 0 0,-1 0 0,0 0 0,0 0 0,0 0 0,-1 1 0,1-1 0,0 1 0,-1 0 0,0 0 0,-6-3 0,-7-3 0,18 5 0,30 5 0,-11 0 0,523 2 0,-373-4 0,-259 1 0,-111-4 0,107-14 0,68 11 0,1 1 0,-27-2 0,7 5 0,20 2 0,0-2 0,1 0 0,-34-9 0,-6 1 0,52 9 0,-1 0 0,1-1 0,0 0 0,0-1 0,0 0 0,-11-5 0,22 8 0,0 0 0,-1 0 0,1 0 0,0 0 0,-1 0 0,1 0 0,0 0 0,0-1 0,-1 1 0,1 0 0,0 0 0,0 0 0,-1 0 0,1-1 0,0 1 0,0 0 0,-1 0 0,1 0 0,0-1 0,0 1 0,0 0 0,0 0 0,-1-1 0,1 1 0,0 0 0,0-1 0,0 1 0,0 0 0,0 0 0,0-1 0,0 1 0,0 0 0,0-1 0,0 1 0,0 0 0,0-1 0,0 1 0,0 0 0,0 0 0,0-1 0,0 1 0,0 0 0,0-1 0,0 1 0,1-1 0,15-7 0,25 0 0,57 3 0,99 7 0,61-3 0,-130-17 0,-82 10 0,51-3 0,545 8 0,-322 6 0,-391-4 0,1-2 0,-87-16 0,65 1 0,34 5 0,-1 3 0,-75-4 0,108 12 0,0-2 0,0-1 0,1-1 0,-44-16 0,32 10 0,-45-9 0,70 19 0,0 0 0,0 1 0,0 1 0,0 0 0,0 0 0,-1 1 0,-22 5 0,30-4 0,0 0 0,0 0 0,0 1 0,0 0 0,1 0 0,-1 0 0,1 0 0,-1 1 0,1 0 0,0 0 0,1 0 0,-1 0 0,1 0 0,0 1 0,0 0 0,0 0 0,0-1 0,1 1 0,0 1 0,0-1 0,0 0 0,1 1 0,0-1 0,0 0 0,0 8 0,0-7 0,0 0 0,0-1 0,1 1 0,0 0 0,1-1 0,-1 1 0,1 0 0,0-1 0,0 1 0,1 0 0,-1-1 0,1 0 0,1 1 0,-1-1 0,1 0 0,0 0 0,0 0 0,0-1 0,1 1 0,-1-1 0,1 0 0,0 0 0,1 0 0,7 6 0,9-1 0,0 0 0,1-1 0,-1-1 0,1-1 0,1-1 0,-1-1 0,29 1 0,-39-4 0,72 15 0,-57-9 0,55 4 0,198-9 0,-143-3 0,-129 1 0,0-1 0,0 0 0,1 0 0,12-4 0,-20 5 0,0 0 0,0 0 0,0-1 0,-1 1 0,1 0 0,0-1 0,0 1 0,0-1 0,-1 1 0,1-1 0,0 1 0,-1-1 0,1 1 0,0-1 0,-1 0 0,1 0 0,-1 1 0,1-1 0,-1 0 0,1 0 0,0-1 0,-1 1 0,-1 0 0,1-1 0,0 1 0,-1 0 0,1 0 0,0 0 0,-1 0 0,0-1 0,1 1 0,-1 0 0,0 0 0,1 0 0,-1 0 0,0 0 0,0 0 0,0 1 0,0-1 0,0 0 0,0 0 0,0 1 0,-1-2 0,-9-4 0,0 0 0,0 1 0,0 1 0,0 0 0,-1 0 0,0 1 0,-14-2 0,-19-6 0,14 3 0,0 3 0,0 0 0,-56 0 0,47 3 0,-65-10 0,43 1 0,-1 3 0,0 3 0,0 2 0,-103 9 0,159-5 0,1 0 0,-1 0 0,1 0 0,0 1 0,-1 0 0,1 1 0,0-1 0,0 1 0,0 0 0,-8 7 0,13-9 0,0-1 0,0 1 0,0 0 0,0 0 0,1 0 0,-1 0 0,0 0 0,1 0 0,-1 0 0,0 0 0,1 0 0,-1 0 0,1 0 0,0 0 0,-1 0 0,1 0 0,0 1 0,0-1 0,-1 0 0,1 0 0,0 0 0,0 1 0,1 0 0,0 1 0,0-1 0,0 0 0,0 0 0,0 0 0,1 0 0,-1 0 0,1 0 0,0 0 0,-1 0 0,1 0 0,0-1 0,0 1 0,0-1 0,0 0 0,0 1 0,3 0 0,18 9 0,0-1 0,0-1 0,1-1 0,0-1 0,0-1 0,49 5 0,35-9 0,-81-4 0,0 3 0,0 0 0,0 1 0,45 10 0,-37-3 0,0-2 0,1-2 0,47 2 0,113-9 0,-74-1 0,204 3 0,-340-1 0,0 0 0,1-2 0,-1 0 0,-13-5 0,-30-6 0,-40-6 0,63 12 0,0 1 0,-67-5 0,3 12 0,646 0 0,-237 2 0,-287-1 0,0 1 0,-1 2 0,27 7 0,-22-5 0,53 6 0,250-10-692,-170-3 375,-123-1 292,0-2-1,42-9 0,-38 5 476,62-3 1,-92 11-418,1-1 1,-1 0-1,0-1 1,0 0-1,21-7 1,-31 8-34,0 0-1,0 1 1,1-1-1,-1-1 1,0 1-1,0 0 1,0 0 0,0-1-1,-1 1 1,1-1-1,0 1 1,-1-1-1,1 0 1,-1 0 0,1 0-1,-1 0 1,0 0-1,0 0 1,0 0-1,0 0 1,0 0 0,0-1-1,-1 1 1,1 0-1,-1-1 1,1 1-1,-1 0 1,0-1 0,0 1-1,0 0 1,0-1-1,-1 1 1,1 0 0,-1-1-1,1 1 1,-2-4-1,-1-2 1,0 0 0,-1 0 0,1 1 0,-2-1 0,1 1 0,-1 0 0,0 0 0,0 0 0,-1 1 0,-7-7 0,-8-5 0,-43-28 0,-12-11 0,63 47 0,0 0 0,-1 1 0,0 1 0,0 0 0,-1 1 0,0 0 0,-24-6 0,-114-24 0,150 36 0,-4 0 0,-237-41 0,197 37 0,0 1 0,-1 3 0,-54 5 0,77 1 0,0 0 0,0 2 0,1 1 0,1 1 0,-32 16 0,-18 7 0,49-23 0,1 1 0,1 1 0,-1 1 0,2 1 0,0 0 0,0 2 0,1 1 0,1 0 0,-22 25 0,40-40 0,-1 0 0,1 1 0,0-1 0,0 0 0,0 0 0,0 1 0,0-1 0,1 1 0,-1-1 0,0 0 0,1 1 0,-1-1 0,1 1 0,-1 0 0,1-1 0,0 1 0,0-1 0,0 1 0,-1 0 0,2-1 0,-1 1 0,0 1 0,1-1 0,0-1 0,0 0 0,-1 0 0,1 1 0,0-1 0,1 0 0,-1 0 0,0 0 0,0 0 0,0 0 0,1-1 0,-1 1 0,0 0 0,1 0 0,-1-1 0,1 1 0,-1-1 0,3 1 0,9 2 0,0-1 0,0 0 0,1-2 0,13 1 0,-22-1 0,713-5 0,-711 1 0,-16-3 0,-18-5 0,-59-3 0,67 13 0,0-1 0,0-1 0,0 0 0,-34-14 0,29 8 0,-1 1 0,1 2 0,-2 0 0,1 1 0,-50-3 0,-29-7 0,58 8 0,-70-4 0,64 12 0,40 0 0,37 0 0,1159 2-942,-619-3-154,-542 2 999,1 2 0,-1 0 0,30 9 0,-27-6 92,53 7-1,228-11 812,-160-4-651,-137 2 35,-1 0 0,1-1 0,-1-1 0,0 1 0,15-6 0,-23 7-176,0 0-1,0-1 1,0 1-1,0-1 0,0 1 1,0-1-1,0 1 1,0-1-1,-1 1 1,1-1-1,0 0 1,0 0-1,0 1 0,-1-1 1,1 0-1,0 0 1,-1 0-1,1 0 1,-1 0-1,1 0 1,-1 0-1,1-2 0,-1 2-11,-1-1-1,1 0 0,-1 1 1,1-1-1,-1 0 1,0 1-1,1-1 0,-1 1 1,0-1-1,0 1 0,0 0 1,0-1-1,-1 1 0,1 0 1,0 0-1,-1-1 0,1 1 1,0 0-1,-4-1 0,-8-6-1,0 0 0,-1 1 0,0 1 0,0 0 0,-1 1 0,0 1 0,0 0 0,0 1 0,0 0 0,-25 0 0,-59-13 0,62 7 0,-44-5 0,70 13 0,0 0 0,0 0 0,-1 1 0,1 1 0,0-1 0,0 2 0,0 0 0,-17 5 0,24-5 0,1 0 0,-1 1 0,0-1 0,1 1 0,0 0 0,-1 0 0,1 1 0,0-1 0,1 0 0,-1 1 0,1 0 0,-1-1 0,1 1 0,0 0 0,0 0 0,1 1 0,-1-1 0,1 0 0,0 0 0,0 1 0,1-1 0,-1 0 0,1 1 0,0-1 0,0 1 0,1 6 0,-1 0 0,1-1 0,1 1 0,0 0 0,0 0 0,1-1 0,0 1 0,1-1 0,0 0 0,10 17 0,-9-19 0,1-1 0,0 0 0,1 0 0,-1-1 0,1 0 0,1 0 0,-1 0 0,1-1 0,0 0 0,0-1 0,0 0 0,15 5 0,8 1 0,0-2 0,44 6 0,-4-1 0,-6-3 0,0-3 0,0-2 0,94-6 0,-148 1 0,-109-31 0,-223-40 0,291 66 0,0 0 0,-1 2 0,-54 2 0,55 2 0,0-2 0,0-1 0,-55-11 0,21 2 0,1 2 0,-2 3 0,1 3 0,-90 8 0,19-3 0,99-2 0,21-1 0,0 0 0,0 2 0,0 0 0,0 0 0,-17 5 0,31-6 0,1 0 0,-1 0 0,0 0 0,1 0 0,-1 0 0,0 0 0,1 0 0,-1 0 0,0 1 0,1-1 0,-1 0 0,1 0 0,-1 1 0,0-1 0,1 0 0,-1 1 0,1-1 0,-1 0 0,1 1 0,-1-1 0,1 1 0,-1-1 0,1 1 0,0-1 0,-1 1 0,1-1 0,0 1 0,-1 0 0,1-1 0,0 1 0,0-1 0,-1 2 0,20 7 0,36 0 0,414-6 0,-241-5 0,249 2 0,-1035 0 0,526-2 0,1-1 0,-48-11 0,42 7 0,-46-4 0,-379 8 0,239 5 0,210-1 0,0 0 0,0 0 0,1 1 0,-1 1 0,1 0 0,-14 6 0,23-8 0,1 0 0,-1 0 0,0 1 0,1-1 0,-1 1 0,0-1 0,1 1 0,0 0 0,-1 0 0,1 1 0,0-1 0,0 0 0,-2 5 0,3-5 0,0 0 0,1 0 0,-1 0 0,1 0 0,0-1 0,-1 1 0,1 0 0,0 0 0,0 0 0,0 0 0,1 0 0,-1 0 0,0 0 0,1 0 0,-1 0 0,1 0 0,0 0 0,0 0 0,-1-1 0,1 1 0,0 0 0,1 0 0,1 1 0,2 3 0,0 0 0,0-1 0,1 0 0,0-1 0,0 1 0,0-1 0,1 0 0,-1-1 0,1 1 0,0-1 0,0-1 0,9 3 0,92 21 0,-101-25 0,84 17 0,2-4 0,148 4 0,818-20 0,-1049 2 0,-5 0 0,-1 1 0,1-1 0,0 0 0,0 0 0,0-1 0,0 1 0,-1-1 0,1 0 0,0 0 0,-1-1 0,1 0 0,-1 1 0,8-6 0,-11 7 0,-1-1 0,0 1 0,0-1 0,0 1 0,0-1 0,0 1 0,0-1 0,0 1 0,-1-1 0,1 1 0,0-1 0,0 1 0,0-1 0,0 1 0,-1-1 0,1 1 0,0-1 0,0 1 0,-1 0 0,1-1 0,0 1 0,-1-1 0,1 1 0,-1 0 0,1-1 0,0 1 0,-1 0 0,1 0 0,-1-1 0,1 1 0,-1 0 0,1 0 0,-1 0 0,1 0 0,-1-1 0,1 1 0,0 0 0,-2 0 0,-24-10 0,23 9 0,-30-9 0,-1 2 0,1 1 0,-2 2 0,-50-2 0,-53-7 0,69 4 4,-78 1-1,33 3-111,6-11-445,73 10 576,-47-3 1,-296 8 632,197 3-705,1228-1-907,-1019-1 1091,1-2 0,52-12 1,-50 8-136,0 1 1,37-1-1,-32 5 0,1-2 0,57-13 0,-71 14 12,0 0-1,29 1 1,-37 2 52,0 0 0,0-1 1,0-1-1,-1 0 0,1-1 1,0-1-1,17-6 0,-32 10-64,0 0 0,1 0 0,-1 0 0,0-1 0,0 1 0,1 0 0,-1 0 0,0 0 0,1 0 0,-1 0 0,0-1 0,0 1 0,1 0 0,-1 0 0,0 0 0,0-1 0,0 1 0,1 0 0,-1 0 0,0-1 0,0 1 0,0 0 0,0-1 0,1 1 0,-1 0 0,0 0 0,0-1 0,0 1 0,0 0 0,0-1 0,0 1 0,0 0 0,0-1 0,0 1 0,0 0 0,0-1 0,0 1 0,0 0 0,0 0 0,0-1 0,-1 1 0,1 0 0,0-1 0,0 1 0,0 0 0,0 0 0,-1-1 0,1 1 0,0 0 0,0 0 0,0-1 0,-1 1 0,1 0 0,0 0 0,0 0 0,-1-1 0,1 1 0,0 0 0,-1 0 0,1 0 0,0 0 0,0 0 0,-1 0 0,1 0 0,0 0 0,-1-1 0,1 1 0,-1 0 0,-31-10 0,22 7 0,-18-5 0,-1 1 0,0 1 0,0 2 0,0 1 0,-51 1 0,-17-2 0,3-14 11,70 12-57,0 1 1,-26-1-1,-80 3-636,81 4 699,1-2 0,-74-12 0,-132-14-899,173 22 564,-122-23-1,122 13-270,-1 3 0,0 4 0,-114 3 0,142 6 589,1-3 0,-1-2 0,-55-12 0,48 8 281,0 2 0,-119 4-1,109 3 1183,62-1-1193,4-1-127,0 1 0,0 0-1,0 0 1,0 0-1,1 1 1,-1-1 0,0 1-1,0 0 1,1 1 0,-1-1-1,1 1 1,-1 0-1,-7 4 1,12-4-140,0 0 0,0 0 0,1 1 0,-1-1 0,0 0 0,1 0 1,0 0-1,-1 0 0,1 0 0,0 0 0,0 0 0,0 0 0,0-1 0,1 1 0,-1 0 0,0-1 0,4 4 0,-3-2 2,23 27-5,1-2 0,1 0 0,2-1 0,44 31 0,10 9 0,-70-57 0,0-1 0,1-1 0,0 0 0,0-1 0,23 8 0,17 9 0,-15-7 0,1-1 0,72 19 0,-87-31 0,0 0 0,41 1 0,-40-4 0,-1 1 0,43 10 0,-36-6 0,0-1 0,35 2 0,-36-5 0,-1 1 0,44 11 0,-37-6 0,1-2 0,0-1 0,0-3 0,47-1 0,-43-2 0,-1 2 0,1 2 0,46 10 0,-44-6 0,82 5 0,-48-7 0,13 13 0,-66-12 0,-1-1 0,28 2 0,185-5 0,-134-4 0,-77 0 0,0-1 0,-1-2 0,0-1 0,0-1 0,0 0 0,36-18 0,-46 19 0,-12 5 0,0 0 0,0-1 0,1 1 0,-1-1 0,0 0 0,0 0 0,-1 0 0,1 0 0,0 0 0,-1 0 0,1-1 0,-1 0 0,1 1 0,-1-1 0,0 0 0,-1 0 0,1 0 0,0 0 0,-1 0 0,1-1 0,-1 1 0,1-4 0,-2 4 0,0-1 0,0 1 0,0-1 0,-1 1 0,1-1 0,-1 1 0,0-1 0,0 1 0,0-1 0,0 1 0,-1 0 0,1 0 0,-1 0 0,0 0 0,0 0 0,0 0 0,0 0 0,-1 0 0,1 1 0,-1-1 0,1 1 0,-4-2 0,-1-1 0,1 0 0,-1 1 0,0 0 0,-1 0 0,1 1 0,-1 0 0,1 0 0,-1 1 0,0 0 0,0 1 0,-8-2 0,-16 1 0,-49 2 0,52 1 0,-44-5 0,-42-10 0,-151-1 0,230 13-297,1-2 0,0-1 0,0-2 0,-42-13 0,38 9-8,0 2 0,-75-8 0,-322 15 2175,210 4-1340,216-2-530,0 1 0,0-1 0,0 2 0,1-1 0,-1 1 0,0 1 0,1 0 0,-1 0 0,1 1 0,-11 5 0,17-7 0,1 0 0,-1 0 0,1 0 0,-1 0 0,1 0 0,-1 1 0,1-1 0,0 1 0,0 0 0,1-1 0,-1 1 0,0 0 0,1 0 0,0 0 0,0 0 0,-1 0 0,2 0 0,-1 1 0,0-1 0,1 0 0,-1 0 0,1 1 0,0-1 0,0 0 0,1 1 0,-1-1 0,1 0 0,-1 0 0,1 1 0,0-1 0,0 0 0,0 0 0,1 0 0,1 3 0,1 0 0,-1 0 0,1 0 0,0 0 0,1-1 0,0 0 0,-1 0 0,2 0 0,-1-1 0,0 1 0,1-1 0,0 0 0,0-1 0,9 5 0,12 4 0,48 15 0,-47-19 0,0-2 0,-1-1 0,2-1 0,30 1 0,117-7 0,-66-1 0,19 4-11,-53 2-27,-1-4 0,1-2 0,118-22-1,-117 4-985,-52 13 1005,1 1 0,0 1 1,46-4-1,34 8 19,-54 2 0,99-12 0,-48-1 389,1 5 1,121 6-1,-150 2-294,-66 0-95,1 0 0,-1-1 0,0-1 0,1 1 0,14-6 0,-23 7 0,0 0 0,0-1 0,0 1 0,0-1 0,0 1 0,0-1 0,-1 1 0,1-1 0,0 0 0,0 1 0,0-1 0,0 0 0,-1 0 0,1 1 0,0-1 0,-1 0 0,1 0 0,-1 0 0,1 0 0,-1 0 0,1 0 0,0-2 0,-2 2 0,1-1 0,0 0 0,-1 1 0,1-1 0,-1 0 0,0 1 0,0-1 0,0 1 0,0-1 0,0 1 0,0-1 0,0 1 0,0 0 0,0 0 0,0-1 0,-1 1 0,1 0 0,-1 0 0,-2-1 0,-13-9 0,-2 2 0,1 0 0,-1 1 0,0 1 0,0 0 0,-1 2 0,0 0 0,-37-3 0,-9-4 0,-38-4 0,94 15 0,-1 0 0,1 1 0,-1 1 0,1-1 0,0 2 0,-1-1 0,-17 7 0,25-7 0,0 0 0,1 0 0,-1 0 0,1 0 0,-1 1 0,1 0 0,-1-1 0,1 1 0,0 0 0,0 0 0,0 0 0,0 0 0,0 1 0,0-1 0,1 0 0,-1 1 0,1-1 0,0 1 0,-1-1 0,1 1 0,0 0 0,1 0 0,-1 0 0,0-1 0,1 1 0,0 0 0,-1 0 0,1 0 0,0 0 0,1 0 0,-1 0 0,1 4 0,0-4 0,0 1 0,0-1 0,1 1 0,-1-1 0,1 0 0,0 0 0,0 0 0,0 0 0,0 0 0,0 0 0,1 0 0,-1-1 0,1 1 0,-1-1 0,1 0 0,0 0 0,0 0 0,0 0 0,1 0 0,-1 0 0,0-1 0,1 0 0,-1 0 0,0 0 0,6 1 0,-4-1-42,-1-1-1,0 0 0,1 0 1,-1 0-1,1 0 0,-1-1 1,1 1-1,-1-1 0,0 0 1,1-1-1,-1 1 0,0-1 1,0 0-1,0 0 0,0 0 1,0 0-1,-1-1 0,1 0 1,-1 1-1,1-1 0,-1-1 1,0 1-1,0 0 0,-1-1 1,1 1-1,-1-1 0,1 0 1,-1 0-1,0 0 0,0 0 1,1-6-1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21:03:32.25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992 222 24575,'0'35'0,"-2"-1"0,-2 1 0,-13 57 0,15-80 0,-1 0 0,2 0 0,0 0 0,0 21 0,1-31 0,0-1 0,0 1 0,0-1 0,0 1 0,0 0 0,0-1 0,0 1 0,0-1 0,1 1 0,-1 0 0,1-1 0,-1 1 0,1-1 0,0 1 0,0-1 0,0 0 0,-1 1 0,1-1 0,0 0 0,0 0 0,1 1 0,-1-1 0,0 0 0,0 0 0,1 0 0,-1 0 0,0-1 0,1 1 0,-1 0 0,1-1 0,-1 1 0,1 0 0,-1-1 0,1 0 0,0 1 0,-1-1 0,1 0 0,-1 0 0,1 0 0,0 0 0,-1 0 0,1 0 0,-1 0 0,1-1 0,0 1 0,1-1 0,0-1 0,0 1 0,1-1 0,-1 0 0,0 0 0,0-1 0,0 1 0,0-1 0,-1 1 0,1-1 0,-1 0 0,0 0 0,1 0 0,-1 0 0,0 0 0,-1 0 0,1-1 0,-1 1 0,1-1 0,-1 1 0,0-1 0,0 1 0,0-7 0,2-4 0,-1-1 0,-1 0 0,0 1 0,-2-21 0,1 28 0,-1 1 0,0-1 0,0 0 0,-1 1 0,0-1 0,0 1 0,0 0 0,-1 0 0,0 0 0,0 0 0,0 0 0,-1 0 0,0 1 0,0 0 0,-1 0 0,1 0 0,-1 0 0,0 1 0,-1 0 0,1 0 0,0 0 0,-1 1 0,0-1 0,0 1 0,0 1 0,0-1 0,-1 1 0,1 0 0,-10-1 0,-18-3 0,-1 1 0,1 2 0,-1 2 0,-53 4 0,34-1 0,37-2 0,0 1 0,0 0 0,1 1 0,-1 1 0,-29 9 0,38-9 0,0 1 0,1 0 0,-1 0 0,1 0 0,-1 1 0,1 0 0,1 1 0,-1-1 0,1 1 0,0 1 0,0-1 0,1 1 0,-7 10 0,11-15 0,-1-1 0,1 1 0,0 0 0,0 0 0,0 0 0,0 0 0,0 0 0,0 0 0,0 0 0,1 0 0,-1 0 0,1 1 0,0-1 0,-1 0 0,1 0 0,0 0 0,0 1 0,1-1 0,-1 0 0,0 0 0,1 0 0,-1 0 0,2 4 0,0-3 0,0-1 0,0 0 0,0 0 0,0 0 0,1 0 0,-1 0 0,0 0 0,1-1 0,-1 1 0,1-1 0,0 1 0,0-1 0,-1 0 0,1 0 0,4 0 0,8 2 0,1 0 0,0-1 0,-1-1 0,1-1 0,24-2 0,-26 0 0,0 0 0,0-1 0,-1-1 0,1-1 0,-1 1 0,0-2 0,0 0 0,0-1 0,-1 0 0,0 0 0,0-2 0,16-14 0,-27 22 0,0 1 0,0-1 0,0 0 0,0 0 0,0 0 0,0 0 0,0 0 0,0 0 0,0 0 0,0 0 0,-1-1 0,1 1 0,0 0 0,-1 0 0,1-1 0,-1 1 0,0 0 0,1-1 0,-1 1 0,0-1 0,0 1 0,0 0 0,0-1 0,0 1 0,0-1 0,0-1 0,-1 1 0,-1 0 0,1 1 0,0-1 0,-1 1 0,1-1 0,0 1 0,-1 0 0,0-1 0,1 1 0,-1 0 0,0 0 0,0 0 0,0 1 0,1-1 0,-1 0 0,-2 0 0,-10-3 0,-1 1 0,1 1 0,-26-2 0,-263 7 0,288-1 0,0 0 0,1 1 0,-1 1 0,1 0 0,0 1 0,0 0 0,1 1 0,-1 1 0,1 0 0,1 1 0,-1 0 0,1 1 0,-13 13 0,-29 29 0,40-39 0,0 0 0,1 1 0,1 1 0,0 0 0,-15 23 0,25-33 0,-1 1 0,1 0 0,0 0 0,1 0 0,-1 0 0,1 0 0,0 0 0,0 0 0,1 0 0,-1 1 0,1-1 0,0 0 0,1 0 0,-1 0 0,1 1 0,0-1 0,1 0 0,-1 0 0,1 0 0,0 0 0,0-1 0,0 1 0,1 0 0,3 4 0,-2-2 0,1-1 0,0 1 0,1-1 0,0 0 0,0-1 0,0 0 0,0 0 0,1 0 0,0 0 0,0-1 0,0 0 0,0-1 0,1 0 0,0 0 0,7 2 0,16 2 0,0-1 0,52 4 0,6 0 0,32 6 0,0-5 0,208-8 0,-162-5 0,-130-1 0,0-2 0,0-2 0,0-1 0,-1-2 0,51-20 0,-21 7 0,-33 13 0,-1-2 0,51-26 0,-76 34 0,0 1 0,-1-1 0,1 0 0,-1-1 0,0 1 0,0-1 0,-1 0 0,0-1 0,1 0 0,-2 1 0,1-2 0,-1 1 0,0 0 0,0-1 0,-1 0 0,1 0 0,-2 0 0,4-10 0,-6 14 0,1 1 0,-1-1 0,0 0 0,-1 1 0,1-1 0,0 1 0,-1-1 0,1 1 0,-1 0 0,0-1 0,0 1 0,0-1 0,0 1 0,0 0 0,0 0 0,0 0 0,-1 0 0,0 0 0,1 0 0,-1 0 0,0 0 0,0 0 0,0 1 0,0-1 0,0 1 0,0 0 0,0-1 0,0 1 0,-1 0 0,1 0 0,-5-1 0,-10-3 0,1 0 0,-1 1 0,-31-2 0,16 1 0,-63-7 0,0 5 0,-172 7 0,104 3 0,91-3 0,1 2 0,-96 18 0,84-9 0,52-8 0,-1 1 0,-47 14 0,70-16 0,1 1 0,0 0 0,0 1 0,0 0 0,0 0 0,0 1 0,1 0 0,0 0 0,0 1 0,1-1 0,-1 2 0,1-1 0,-9 14 0,14-19 0,0-1 0,1 1 0,-1 0 0,1 0 0,-1 0 0,1 0 0,0 0 0,-1 0 0,1 0 0,0 0 0,0 0 0,0 0 0,0 0 0,0 0 0,0 0 0,0 0 0,0 0 0,0 0 0,0 0 0,0-1 0,0 1 0,1 0 0,-1 0 0,0 0 0,1 0 0,-1 0 0,1 0 0,-1 0 0,2 1 0,0 0 0,1 1 0,-1-1 0,1 0 0,0 0 0,0 0 0,0 0 0,0 0 0,0-1 0,3 2 0,11 3 0,1-1 0,25 5 0,-40-9 0,64 8 0,1-3 0,0-3 0,81-7 0,-12 0 0,-90 2-227,79-14-1,-74 8 30,54-2 0,-67 7 198,56-12 0,29-2 0,-87 13 0,60-14 0,-9 1 0,-61 13 0,0-1 0,-1-1 0,1-2 0,-1 0 0,-1-2 0,1-1 0,29-17 0,-54 27 6,0 1-1,1-1 1,-1 1-1,0-1 1,0 0-1,0 1 1,0-1-1,-1 0 1,1 0 0,0 0-1,0 0 1,0 0-1,-1 0 1,1 0-1,0 0 1,-1 0-1,1 0 1,-1 0-1,1-1 1,-1 1 0,0 0-1,1 0 1,-1-2-1,0 2 11,-1 0-1,1 0 0,-1 0 1,1-1-1,-1 1 1,1 0-1,-1 0 0,0 0 1,0 0-1,1 0 1,-1 1-1,0-1 0,0 0 1,0 0-1,0 0 1,0 1-1,0-1 0,-2 0 1,-5-3 55,1 1 0,-1-1-1,-1 2 1,1-1 0,-10-1 0,-27-1-71,-66 1 0,66 3 0,-67-9 0,-207-35 0,275 38 0,-2 1 0,1 2 0,0 3 0,-67 6 0,93-3 0,0 1 0,1 1 0,0 1 0,-1 1 0,-31 14 0,49-20 0,1 0 0,-1 1 0,0-1 0,0 0 0,1 1 0,-1-1 0,0 0 0,1 1 0,-1-1 0,1 1 0,-1-1 0,1 1 0,-1-1 0,1 1 0,-1 0 0,1-1 0,-1 1 0,1 0 0,-1-1 0,1 1 0,0 0 0,0-1 0,-1 1 0,1 0 0,0 0 0,0-1 0,0 1 0,0 0 0,0 0 0,0 0 0,0-1 0,0 1 0,0 1 0,1 0 0,0 0 0,1-1 0,-1 1 0,0 0 0,1-1 0,-1 1 0,1-1 0,-1 0 0,1 1 0,0-1 0,0 0 0,2 1 0,54 22 0,-57-24 0,151 42 0,-89-28 0,-32-6 0,-1-2 0,1-1 0,34 1 0,139 12-1172,14 0 1057,981-19 630,-1137-7-297,-61 8-196,0 0 1,0 0 0,1-1-1,-1 1 1,0-1 0,0 1 0,0-1-1,0 1 1,1-1 0,-1 0 0,0 1-1,0-1 1,0 0 0,0 0-1,-1 0 1,1 0 0,1-2 0,-2 2-18,0 0 0,0 0 0,0 0 0,0 0 1,0 0-1,-1 0 0,1 0 0,0 0 0,-1 0 1,1 1-1,-1-1 0,1 0 0,-1 0 0,1 0 1,-1 0-1,0 0 0,1 1 0,-1-1 0,0 0 1,0 1-1,1-1 0,-1 0 0,0 1 0,0-1 1,0 1-1,0-1 0,-1 1 0,-18-11-5,-1 1 0,0 1 0,0 1 0,-1 1 0,0 1 0,-35-5 0,12 6 0,1 2 0,-49 4 0,55 1 0,1-3 0,-1 0 0,-61-12 0,45 3-173,1 2-1,-75-2 1,-113 12-709,83 1 1089,88-5-207,45 0 0,0 0 0,1 2 0,-1 1 0,0 2 0,-38 7 0,45-4 125,0 1 1,0 1 0,0 1-1,-22 15 1,30-17-63,1-1 0,0 1 0,1 0 0,-1 1 0,1 0 0,1 0 0,0 1 0,-12 19 0,15-22-63,1 0 0,0 1 0,0-1 0,1 1 0,0 0 0,0 0 0,1 0 0,-1 0 0,1 0 0,1 0 0,0 0 0,0 0 0,0 1 0,2 10 0,0-12 0,0 1 0,1-1 0,0 0 0,0 0 0,0 0 0,0-1 0,1 1 0,0-1 0,0 0 0,1 0 0,-1 0 0,1 0 0,0-1 0,1 0 0,8 6 0,9 2 0,0-1 0,1-1 0,1-1 0,0-1 0,0-1 0,38 6 0,-31-6 0,23 1 0,0-3 0,0-1 0,92-7 0,-31 0 0,547 3 0,-639-3 0,1 0 0,-1-1 0,0-2 0,0 0 0,-1-2 0,0-1 0,0 0 0,-1-2 0,22-13 0,-39 21 0,0 0 0,0 0 0,0-1 0,0 1 0,-1-1 0,0 0 0,1-1 0,-1 1 0,-1-1 0,1 0 0,-1 0 0,1 0 0,-2 0 0,1 0 0,0-1 0,2-9 0,-4 11 0,0 0 0,-1 0 0,0 0 0,1 0 0,-1 0 0,0 0 0,-1 0 0,1 0 0,-1-1 0,0 1 0,0 0 0,0 0 0,-1 1 0,1-1 0,-1 0 0,0 0 0,0 1 0,0-1 0,0 1 0,-1-1 0,0 1 0,1 0 0,-1 0 0,-5-4 0,-8-4 0,0 0 0,0 1 0,-1 1 0,-33-13 0,-26-15 0,45 23 0,0 1 0,0 2 0,-1 1 0,0 1 0,-1 2 0,0 1 0,0 2 0,-36-1 0,-340 4 0,192 3 0,203-1 0,0 1 0,0 0 0,0 1 0,1 1 0,-1 0 0,1 0 0,0 1 0,0 1 0,1 1 0,-1-1 0,2 2 0,-1 0 0,-16 15 0,6-4 0,1 1 0,1 1 0,1 0 0,1 2 0,-26 41 0,41-58 0,-1 1 0,2-1 0,-1 0 0,1 1 0,0-1 0,0 1 0,0 0 0,1 0 0,0 0 0,1 0 0,-1 0 0,1-1 0,1 1 0,1 10 0,-1-13 0,0 0 0,0 0 0,0 0 0,0 0 0,1 0 0,0 0 0,0 0 0,0-1 0,0 1 0,1-1 0,0 1 0,-1-1 0,1 0 0,0 0 0,0-1 0,1 1 0,-1 0 0,0-1 0,1 0 0,0 0 0,-1 0 0,1 0 0,0-1 0,7 3 0,20 1 0,2 0 0,-1-3 0,0 0 0,1-2 0,40-6 0,24 2 0,-85 4 0,19 1 0,0-1 0,-1-2 0,1-1 0,-1-1 0,1-2 0,-2-1 0,38-13 0,18-14 0,-33 14 0,91-48 0,-138 65 0,0-1 0,0-1 0,-1 1 0,0-1 0,1 1 0,-1-1 0,-1-1 0,1 1 0,-1 0 0,0-1 0,0 0 0,-1 0 0,1 0 0,-1 0 0,-1 0 0,1 0 0,-1 0 0,0-1 0,0 1 0,-1 0 0,0-1 0,-1-7 0,1 6 0,0-1 0,-1 1 0,0 0 0,-1-1 0,0 1 0,0 0 0,-1 0 0,0 0 0,0 1 0,-1-1 0,0 1 0,0-1 0,-1 1 0,0 1 0,0-1 0,-9-8 0,-14-7 0,0 1 0,-2 2 0,-35-19 0,45 29 0,1 0 0,-2 1 0,1 0 0,-1 2 0,0 1 0,-29-4 0,-53-8 0,68 10 0,-61-5 0,82 11 0,-43-1 0,-85 6 0,126-2 0,0 0 0,-1 1 0,1 1 0,0 0 0,1 1 0,-1 1 0,1 1 0,0 0 0,-27 18 0,3 1 0,27-19 0,1 1 0,0 0 0,1 0 0,-11 11 0,18-14 0,-1-1 0,0 1 0,1 0 0,0 1 0,0-1 0,1 0 0,-1 1 0,1-1 0,0 1 0,1 0 0,-1 0 0,0 10 0,0 2 0,0 0 0,1 0 0,1 0 0,0 0 0,7 35 0,-6-46 0,1 0 0,1 0 0,-1 0 0,1 0 0,1-1 0,-1 1 0,1-1 0,0 0 0,0 0 0,1 0 0,0 0 0,0-1 0,0 0 0,1 0 0,0 0 0,0-1 0,8 5 0,4 0 0,0 0 0,1-2 0,29 8 0,37 16 0,-63-22 0,-1-1 0,1-1 0,0-1 0,0-1 0,1-1 0,35 2 0,143-7 0,-88-2 0,-35 3 0,-11 2 0,0-3 0,1-4 0,69-13 0,-118 14 0,20-3 0,0-2 0,-1-1 0,-1-2 0,0-1 0,37-20 0,-53 21 0,-12 8 0,0-1 0,0 0 0,0-1 0,11-10 0,-16 12 0,-1 1 0,0-1 0,-1 0 0,1 0 0,-1 0 0,0 0 0,1 0 0,-2 0 0,1-1 0,-1 1 0,1-1 0,-1 1 0,1-7 0,0-6 0,0 0 0,-2 0 0,1-1 0,-2 1 0,0 0 0,-1 0 0,-1 0 0,-6-19 0,6 27 0,0 0 0,0 0 0,-1 1 0,0-1 0,-1 1 0,0 0 0,0 0 0,-1 1 0,0-1 0,0 1 0,0 0 0,-1 1 0,0 0 0,-1 0 0,1 0 0,-13-6 0,-141-55 0,60 28 0,80 31 0,-1 1 0,0 2 0,-1 0 0,1 1 0,-46-2 0,16 5 0,-78 9 0,114-4 0,-1 0 0,1 1 0,0 1 0,1 0 0,0 1 0,0 1 0,-22 15 0,-3 0 0,28-15 0,0 1 0,0 0 0,1 1 0,-17 18 0,-15 12 0,13-11 0,1 0 0,2 2 0,1 1 0,-27 43 0,41-58 0,2 1 0,0 1 0,2-1 0,0 2 0,1-1 0,0 1 0,2 0 0,1 0 0,0 0 0,-1 28 0,5-45 0,0 0 0,0 1 0,1-1 0,-1 0 0,1 0 0,0 1 0,0-1 0,0 0 0,0 0 0,0 0 0,1 0 0,-1 0 0,1 0 0,0-1 0,0 1 0,0-1 0,0 1 0,0-1 0,1 1 0,-1-1 0,1 0 0,0 0 0,-1-1 0,1 1 0,0 0 0,0-1 0,0 0 0,0 1 0,0-1 0,0 0 0,1-1 0,3 1 0,12 2 0,0-1 0,0-1 0,0 0 0,29-4 0,-22 1 0,417-3 0,-327 6 0,-85-3 0,1-1 0,0-1 0,-1-2 0,0-1 0,0-2 0,49-20 0,-7-3 0,101-62 0,-166 90 0,0-1 0,-1 0 0,1 0 0,-1-1 0,0 1 0,-1-2 0,0 1 0,0-1 0,0 0 0,-1 0 0,0 0 0,0-1 0,0 0 0,-1 0 0,-1 0 0,1 0 0,-1-1 0,-1 0 0,0 1 0,0-1 0,0 0 0,-1 0 0,-1 0 0,1 0 0,-1 0 0,-3-17 0,2 20 0,0 0 0,-1-1 0,0 1 0,0 0 0,0 0 0,-1 0 0,0 0 0,0 0 0,0 1 0,-1-1 0,0 1 0,0 0 0,0 0 0,0 1 0,-1-1 0,0 1 0,0 0 0,0 0 0,-1 0 0,-9-4 0,3 2 0,-1 0 0,0 0 0,0 2 0,-1-1 0,1 2 0,-1 0 0,0 1 0,-21-2 0,19 4 0,0 1 0,-1 0 0,1 1 0,0 1 0,0 0 0,1 1 0,-1 1 0,1 0 0,0 2 0,0-1 0,1 2 0,0 0 0,0 0 0,0 1 0,1 1 0,1 1 0,0-1 0,0 2 0,1 0 0,1 0 0,0 1 0,-15 25 0,5-8 0,-31 33 0,28-36 0,-25 40 0,42-57 0,0 0 0,1 1 0,0-1 0,1 1 0,0 0 0,0 1 0,2-1 0,-3 13 0,1 45 0,6 108 0,1-56 0,-3-113 0,0 1 0,1-1 0,0 1 0,0-1 0,1 1 0,0-1 0,0 0 0,1 0 0,0 0 0,0 0 0,8 10 0,-7-12 0,0-1 0,1 0 0,-1 0 0,1 0 0,1 0 0,-1-1 0,1 0 0,-1 0 0,1 0 0,0-1 0,1 0 0,-1 0 0,1 0 0,10 2 0,66 20 0,-41-11 0,1-1 0,1-3 0,0-1 0,0-2 0,52 1 0,-27-8 0,119-4 0,-161-1 0,0-1 0,-1-1 0,1-1 0,41-20 0,14-4 0,-65 26 0,0-1 0,-1-2 0,0 1 0,0-2 0,22-17 0,69-67 0,-86 73 0,-12 13 0,-2-1 0,1 0 0,-1-1 0,-1 0 0,0 0 0,0 0 0,-1-1 0,0 0 0,-1 0 0,0 0 0,-1 0 0,-1-1 0,3-13 0,0-18 0,-2 0 0,-4-52 0,1 75 0,0 10 0,0 0 0,0 0 0,-1 0 0,-1 0 0,0 0 0,0 0 0,-1 0 0,0 1 0,-1-1 0,0 1 0,0 0 0,-1 0 0,0 0 0,-1 1 0,0 0 0,0 0 0,-1 0 0,0 1 0,0 0 0,-16-12 0,13 12 0,-1 0 0,0 0 0,0 1 0,-1 0 0,0 1 0,0 1 0,0 0 0,-1 0 0,1 1 0,-1 1 0,1 0 0,-1 1 0,0 0 0,-18 1 0,-38-1 0,-195 7 0,248-4 0,1 1 0,1 1 0,-1 0 0,0 1 0,1 1 0,0 0 0,0 1 0,1 0 0,0 1 0,0 0 0,1 2 0,-20 18 0,9-6 0,1 1 0,1 1 0,2 1 0,0 1 0,-17 33 0,33-53 0,0-1 0,0 1 0,0 0 0,1 0 0,0 0 0,0 0 0,1 0 0,-1 1 0,1-1 0,1 0 0,-1 1 0,1-1 0,0 1 0,1-1 0,-1 0 0,1 1 0,0-1 0,3 8 0,-1-9 0,-1 0 0,1-1 0,0 1 0,0-1 0,0 1 0,1-1 0,-1 0 0,1-1 0,0 1 0,0 0 0,0-1 0,1 0 0,-1 0 0,1-1 0,0 1 0,0-1 0,0 0 0,0 0 0,0 0 0,0-1 0,0 0 0,7 1 0,56 11 0,-25-3 0,1-3 0,58 3 0,304-12 0,-371 1 0,0-1 0,-1-2 0,1-1 0,-1-2 0,0-1 0,0-2 0,-1-1 0,-1-2 0,35-18 0,18-13 0,-45 24 0,46-29 0,-74 41 0,-1-1 0,1 0 0,-2-1 0,1 0 0,-1 0 0,-1-1 0,16-23 0,-17 21 0,-1 0 0,-1-1 0,0 0 0,-1 0 0,0 0 0,-1 0 0,0-1 0,-2 0 0,1 1 0,-2-1 0,0-30 0,-2 38 0,0 0 0,0 0 0,0 1 0,-1-1 0,0 0 0,0 1 0,-1-1 0,1 1 0,-2 0 0,1 0 0,-1 0 0,1 0 0,-2 0 0,1 1 0,-1 0 0,0 0 0,0 0 0,0 0 0,0 1 0,-1 0 0,0 0 0,0 1 0,0-1 0,0 1 0,0 1 0,-1-1 0,-11-2 0,-6 0 0,1 1 0,-1 1 0,-39 0 0,34 2 0,-55-8 0,10-2 0,0 3 0,-139 5 0,168 3 0,29 1 0,0 0 0,1 1 0,-1 1 0,1 0 0,0 1 0,0 1 0,0 0 0,1 1 0,0 1 0,0 0 0,-14 10 0,-11 11 0,0 1 0,-41 43 0,66-57 0,2-1 0,0 2 0,0 0 0,1 0 0,1 1 0,1 0 0,1 1 0,-7 19 0,14-35 0,1-1 0,-1 1 0,1-1 0,0 1 0,0-1 0,-1 1 0,1-1 0,0 1 0,0-1 0,0 1 0,0-1 0,1 1 0,-1-1 0,0 0 0,1 1 0,-1-1 0,1 1 0,-1-1 0,1 0 0,0 1 0,0-1 0,-1 0 0,1 1 0,0-1 0,0 0 0,0 0 0,0 0 0,0 0 0,1 0 0,-1 0 0,0 0 0,0 0 0,1-1 0,-1 1 0,0 0 0,1-1 0,-1 1 0,1-1 0,-1 0 0,1 1 0,-1-1 0,3 0 0,9 3 0,0-2 0,0 1 0,25-2 0,-29 0 0,76-1 0,0-4 0,83-16 0,-119 13 0,0-3 0,82-29 0,76-28 0,-125 43 0,133-58 0,-168 64 0,-36 15 0,0 1 0,-1-2 0,1 0 0,-1 0 0,0 0 0,0-1 0,0-1 0,-1 0 0,0 0 0,14-15 0,-22 20 0,0 1 0,1-1 0,-1 0 0,0 0 0,0 0 0,0 1 0,0-1 0,0 0 0,-1-1 0,1 1 0,-1 0 0,1 0 0,-1 0 0,0 0 0,1 0 0,-1-1 0,0 1 0,0 0 0,-1 0 0,1 0 0,0 0 0,-1 0 0,0 0 0,1-1 0,-2-1 0,0 2 0,0-1 0,-1 1 0,1 0 0,-1-1 0,1 1 0,-1 0 0,0 1 0,0-1 0,0 0 0,0 1 0,0 0 0,0-1 0,0 1 0,-5-1 0,-13-2 0,0 1 0,0 1 0,-39 1 0,-612 5-770,635-2 770,1 2 0,-43 9 0,39-6 0,-61 4 0,36-5 0,0 3 0,-105 28 0,102-21 0,66-16 3,-362 94 636,362-93-631,0-1 1,0 1-1,0-1 0,0 1 1,0 0-1,0-1 0,0 1 1,1 0-1,-1 0 0,0 0 1,0 1-1,1-1 0,-3 3 1,4-4-8,1 1 0,-1-1-1,0 1 1,1-1 0,-1 1 0,1-1 0,-1 1 0,1-1 0,-1 1 0,1-1 0,0 0 0,-1 1 0,1-1 0,-1 0-1,1 0 1,0 1 0,-1-1 0,1 0 0,0 0 0,-1 0 0,1 0 0,0 0 0,-1 0 0,1 0 0,1 0 0,66 3-22,-63-3 29,527-3-8,-493 1-210,-1-2 0,54-12 0,-6 1-20,-1 0 230,-34 6 0,86-4 0,-103 12 0,8 1 0,-1-2 0,58-10 0,-49 5 0,83-2 0,-96 8 0,-1-1 0,1-1 0,0-3 0,66-17 0,-66 11 0,0 1 0,1 3 0,0 1 0,48-3 0,-42 4-336,81-22-1,-80 16 21,73-10 0,-9 4 538,-72 10 151,60-5-1,-92 13-252,5 0 14,0 0 1,-1-1 0,1 0 0,-1-1 0,1 0 0,-1 0-1,11-5 1,-20 7-135,0 0 0,0 0 0,1 0 0,-1 0 0,0 0 0,0 0 0,1 0 0,-1 0 0,0-1 0,0 1 0,1 0 0,-1 0 0,0 0 0,0 0 0,0 0 0,1 0 0,-1 0 0,0-1 0,0 1 0,0 0 0,0 0 0,1 0 0,-1 0 0,0-1 0,0 1 0,0 0 0,0 0 0,0 0 0,0-1 0,0 1 0,0 0 0,1 0 0,-1-1 0,0 1 0,0 0 0,0 0 0,0 0 0,0-1 0,0 1 0,0 0 0,0 0 0,0-1 0,0 1 0,-1 0 0,1 0 0,0 0 0,0-1 0,0 1 0,0 0 0,0 0 0,0-1 0,-16-5 0,-23 1 0,-56 0 0,-116 10 0,175 0 0,2 2 0,-56 17 0,59-14 0,-1-2 0,0-1 0,-45 4 0,31-6 0,-55 12 0,33-4 0,37-8 0,0 1 0,0 1 0,1 2 0,0 1 0,1 1 0,-46 25 0,34-15 0,23-12 0,0 0 0,1 1 0,0 0 0,-27 25 0,41-33 0,0 0 0,1 1 0,-1 0 0,1-1 0,0 1 0,0 0 0,0 0 0,0 0 0,0 1 0,1-1 0,0 0 0,-1 1 0,1-1 0,0 0 0,1 1 0,-1-1 0,1 1 0,-1 0 0,1-1 0,0 1 0,0-1 0,1 1 0,-1-1 0,1 1 0,0-1 0,0 1 0,0-1 0,0 1 0,0-1 0,1 0 0,0 0 0,3 5 0,2 3 0,0 0 0,1-1 0,1 0 0,0-1 0,0 0 0,1 0 0,19 13 0,0-4 0,49 23 0,-42-24 0,34 23 0,6 3 0,2-3 0,2-4 0,140 44 0,-70-27 0,-125-45 0,0-1 0,0-1 0,0-1 0,51 2 0,108-9 0,-74-1 0,-9 4 0,100-3 0,-176-2 0,0 0 0,-1-2 0,0 0 0,0-2 0,0 0 0,-1-2 0,0-1 0,30-19 0,-47 26 0,1-1 0,-1 0 0,0 0 0,0 0 0,-1-1 0,0 0 0,0 0 0,0 0 0,0-1 0,-1 1 0,0-1 0,5-14 0,-5 7 0,0 0 0,-1-1 0,-1 1 0,0-1 0,-1 1 0,-1-17 0,0 3 0,0 0 0,0 0 0,-8-46 0,6 65 0,0 0 0,-1-1 0,0 1 0,0 0 0,-1 0 0,0 1 0,-1-1 0,0 1 0,0 0 0,-1 0 0,-10-11 0,7 12 0,1 0 0,-1 0 0,-1 1 0,1 0 0,-1 1 0,0 0 0,0 1 0,0 0 0,-1 0 0,1 1 0,-1 0 0,0 1 0,0 0 0,-13 0 0,4 1 0,0 1 0,0 0 0,0 2 0,0 0 0,1 1 0,-1 1 0,-22 8 0,18-2 0,1 2 0,-1 0 0,2 1 0,0 2 0,0 0 0,2 1 0,-20 19 0,35-30 0,-187 143 0,172-132 0,-42 25 0,2-2 0,60-39 0,-1 0 0,1 0 0,0 0 0,-1 0 0,1 0 0,0 1 0,-1-1 0,1 0 0,0 0 0,0 0 0,-1 1 0,1-1 0,0 0 0,0 0 0,-1 1 0,1-1 0,0 0 0,0 1 0,0-1 0,0 0 0,0 0 0,-1 1 0,1-1 0,0 0 0,0 1 0,0-1 0,0 0 0,0 1 0,0-1 0,0 1 0,0-1 0,0 0 0,0 1 0,0-1 0,0 0 0,1 1 0,12 4 0,25-2 0,-35-3 0,17-1 0,-1-1 0,1-1 0,0 0 0,-1-2 0,33-11 0,92-45 0,-144 61 0,38-15 0,0 2 0,67-13 0,-17 4 0,-67 16 0,72-24 0,-85 28 0,-1-1 0,-1 0 0,1-1 0,0 0 0,-1 0 0,0 0 0,0-1 0,0 0 0,0 0 0,4-6 0,-10 11 0,1-1 0,-1 0 0,1 0 0,-1 1 0,1-1 0,-1 0 0,0 0 0,1 0 0,-1 1 0,0-1 0,0 0 0,0 0 0,0 0 0,0 0 0,0 0 0,0 0 0,0 1 0,0-1 0,0 0 0,0 0 0,0 0 0,-1 0 0,1 1 0,0-1 0,-1 0 0,1 0 0,-1-1 0,-23-19 0,-34-5 0,18 19 0,-1 1 0,1 2 0,-1 2 0,0 1 0,-46 6 0,-15-2 0,-1148-3 0,1901 0-764,-626-1 682,0-2 1,0 0-1,25-8 1,-21 4 44,53-4 0,455 7 118,-278 7-53,-236-4 8,0-2 1,0 0 0,26-8 0,-22 5 14,48-6 0,55 10 755,-966 2-806,411 2 0,447-4 0,-1-1 0,1-1 0,30-9 0,1 0 0,1-1 0,-1-3 0,52-23 0,21-7 0,117-26 0,-204 57 0,-1-2 0,-1-1 0,67-47 0,-103 66 0,-1-1 0,1 1 0,-1 0 0,1 0 0,-1 0 0,1 0 0,-1-1 0,1 1 0,-1 0 0,1 0 0,-1-1 0,0 1 0,1 0 0,-1-1 0,1 1 0,-1-1 0,0 1 0,1 0 0,-1-1 0,0 1 0,0-1 0,1 1 0,-1-1 0,0 1 0,0-1 0,0 1 0,0-1 0,0 1 0,1-1 0,-1 1 0,0-1 0,0 1 0,0-1 0,0 1 0,-1-1 0,1 1 0,0-1 0,0 1 0,0-1 0,0 0 0,-24-7 0,-45 6 0,63 2 0,-49 0 0,23-1 0,1 1 0,-46 7 0,67-6 0,1 1 0,-1 1 0,1 0 0,0 0 0,0 1 0,0 0 0,0 0 0,0 1 0,1 0 0,0 1 0,0 0 0,-8 8 0,-21 14 0,32-25 0,-1 1 0,1-1 0,0 1 0,0 0 0,0 0 0,1 1 0,-1-1 0,1 1 0,0 0 0,1 0 0,-5 8 0,8-13 0,0 1 0,0 0 0,-1 0 0,1 0 0,0 0 0,0 0 0,0 0 0,0 0 0,0 0 0,0 0 0,1 0 0,-1 0 0,0 0 0,0 0 0,1 0 0,-1-1 0,0 1 0,1 0 0,-1 0 0,1 0 0,-1 0 0,1-1 0,0 1 0,-1 0 0,1 0 0,0-1 0,-1 1 0,1-1 0,0 1 0,0-1 0,-1 1 0,1-1 0,0 1 0,0-1 0,0 1 0,0-1 0,0 0 0,0 0 0,0 0 0,1 1 0,42 6 0,-42-7 0,312 1 0,-139-4 0,-147 0 0,0 0 0,0-1 0,0-2 0,31-11 0,-149 12 0,-12 4 0,-103 5 0,180-1 0,-1 1 0,0 2 0,1 1 0,-34 13 0,-94 50 0,28-12 0,91-42 0,1 1 0,1 2 0,-43 32 0,73-50 0,1 0 0,-1 0 0,1 0 0,-1 0 0,1 0 0,-1 0 0,1 1 0,0-1 0,-1 1 0,1-1 0,0 1 0,0-1 0,0 1 0,0-1 0,1 1 0,-1 0 0,0 0 0,1-1 0,-1 1 0,1 0 0,-1 0 0,1 0 0,0 3 0,1-3 0,-1-1 0,1 1 0,0 0 0,0 0 0,0 0 0,0-1 0,0 1 0,1 0 0,-1-1 0,1 1 0,-1-1 0,1 1 0,-1-1 0,1 0 0,0 0 0,-1 0 0,4 2 0,6 2 0,0 0 0,0-1 0,1 0 0,-1-1 0,1-1 0,14 3 0,299-2 0,-166-6 0,-80 3-107,11 2-270,1-4 1,129-21-1,-54 3-44,-117 16 161,1-2 1,-1-2-1,62-19 0,-85 20 510,0 2 0,0 0 0,0 2-1,0 1 1,32 1 0,25-2 185,9-13-222,-68 10-1,47-4-1,-23 7-169,0-2 1,54-12-1,-21 4-42,-128 14 0,27-2 0,0 1 0,-33 5 0,-18 10-44,-13 3-207,-1-3 0,-164 7 0,188-23 203,-32-1-293,-1 4 0,-125 20 0,164-15 518,-1-3 0,-56-1 0,-12-1 46,13 15-248,78-10 149,-50 3-1,-174 17 177,183-16 292,161-17-592,223-74 0,-266 68 0,1 3 0,60-6 0,-6 2 0,45-1-260,-102 13 89,0-3 1,63-14-1,-49 4-108,0 1 1,0 3-1,108-4 0,-78 9 279,-1-4 0,87-20 0,-171 29 0,281-53 607,-222 45-489,0 2 1,1 3-1,67 5 0,-49 0-86,-79-2-30,0 0 1,0 0-1,0 0 1,0 0-1,0 0 0,0 0 1,-1 0-1,1 0 0,0 0 1,0 0-1,0 0 1,0 0-1,0 0 0,0 0 1,0 0-1,0 0 0,0 1 1,0-1-1,0 0 1,0 0-1,0 0 0,0 0 1,0 0-1,0 0 0,0 0 1,0 0-1,0 0 1,0 0-1,0 0 0,0 1 1,0-1-1,0 0 0,0 0 1,0 0-1,0 0 1,0 0-1,0 0 0,0 0 1,0 0-1,0 0 0,0 0 1,0 0-1,1 0 1,-1 0-1,0 0 0,0 1 1,0-1-1,0 0 0,0 0 1,0 0-1,-14 7 265,-22 5 120,-156 27-387,-107 25 0,202-39 0,-101 11 0,151-29 0,0 2 0,0 2 0,1 2 0,0 2 0,1 2 0,1 2 0,1 2 0,1 1 0,-49 35 0,87-54 0,0 1 0,0 0 0,0 0 0,0 0 0,1 0 0,-1 0 0,1 1 0,0-1 0,0 1 0,1 0 0,-1 0 0,-2 10 0,4-13 0,1 0 0,-1 0 0,1 1 0,0-1 0,0 0 0,0 0 0,0 0 0,0 1 0,0-1 0,0 0 0,1 0 0,-1 0 0,1 1 0,0-1 0,-1 0 0,1 0 0,0 0 0,0 0 0,1 0 0,-1-1 0,0 1 0,0 0 0,1 0 0,-1-1 0,1 1 0,0-1 0,-1 0 0,1 1 0,0-1 0,0 0 0,0 0 0,0 0 0,0 0 0,2 1 0,8 2 0,1 0 0,-1-1 0,0 0 0,1-1 0,0-1 0,17 1 0,85-7 0,-41 1 0,590 3 0,-635-1 0,-1-1 0,0-2 0,0 0 0,48-17 0,-39 11 0,69-12 0,-94 21 0,-3 2 0,1-1 0,-1 0 0,0-1 0,0 0 0,0 0 0,-1-1 0,1 0 0,-1-1 0,9-4 0,-17 2 0,-11 3 0,-13-1 0,-397 2 0,210 5 0,185-3 0,-1 1 0,1 2 0,0 1 0,0 0 0,1 2 0,-1 1 0,-35 16 0,15-7 0,-64 14 0,91-26 0,-77 18 0,45-12 0,-97 33 0,145-42 0,0 0 0,0 1 0,-1 0 0,1-1 0,1 1 0,-1 0 0,0 1 0,-3 2 0,3 7 0,20-1 0,12-6 0,1-1 0,-1-1 0,1-2 0,0-1 0,34-4 0,15 1 0,-22 4 0,-1-2 0,0-4 0,0-1 0,89-23 0,-102 19 0,1 1 0,84-6 0,-88 12 0,59-13 0,-65 9 0,48-3 0,-48 8 0,0-1 0,0-2 0,-1-2 0,1-1 0,49-18 0,-41 12 0,82-14 0,-95 22 0,194-30 0,-165 25 0,0-3 0,70-25 0,-105 32 0,0 1 0,35-6 0,11-1 0,-35 5 0,-25 7 0,0 0 0,-1-1 0,1 0 0,0 0 0,-1-1 0,0-1 0,0 1 0,0-1 0,0 0 0,8-7 0,-16 11 0,0 0 0,0-1 0,1 1 0,-1 0 0,0-1 0,0 1 0,0-1 0,0 1 0,0 0 0,0-1 0,0 1 0,0 0 0,0-1 0,-1 1 0,1 0 0,0-1 0,0 1 0,0 0 0,0-1 0,0 1 0,-1 0 0,1-1 0,0 1 0,0 0 0,0 0 0,-1-1 0,1 1 0,0 0 0,0 0 0,-1-1 0,1 1 0,0 0 0,-1 0 0,1 0 0,0-1 0,-1 1 0,1 0 0,0 0 0,-1 0 0,1 0 0,0 0 0,-1 0 0,1 0 0,0 0 0,-1 0 0,1 0 0,-1 0 0,1 0 0,0 0 0,-1 0 0,1 0 0,-1 0 0,-23-3 0,-205 2 0,114 3 0,64 0 29,-79 15 1,78-8-423,-77 2 1,-590-13 1118,830 4-726,135-5 0,-131-14 0,19-1 0,-82 12 0,0-1 0,60-18 0,-66 13 0,1 2 0,94-7 0,32 0 0,1-1 0,-112 20 0,-46 0 0,0-1 0,0-1 0,0 0 0,-1-1 0,1-1 0,0 0 0,0-1 0,24-8 0,-40 11 0,0 0 0,0 0 0,1 0 0,-1 0 0,0 0 0,0 0 0,1 0 0,-1 0 0,0-1 0,0 1 0,0 0 0,1 0 0,-1 0 0,0 0 0,0 0 0,0 0 0,1 0 0,-1-1 0,0 1 0,0 0 0,0 0 0,0 0 0,1-1 0,-1 1 0,0 0 0,0 0 0,0 0 0,0-1 0,0 1 0,0 0 0,0 0 0,0-1 0,0 1 0,1 0 0,-1 0 0,0 0 0,0-1 0,0 1 0,0 0 0,-1 0 0,1-1 0,0 1 0,0 0 0,0 0 0,0-1 0,0 1 0,0 0 0,0 0 0,0 0 0,0-1 0,-1 1 0,-15-7 0,-24 1 0,-412 2 0,231 7 0,-334-3-1123,527-1 1097,0-2 0,-48-11 0,46 7 333,0 2 0,-35-2-1,24 8-40,27-1-263,0 1 0,0-2 0,0 0 0,-27-5 0,40 6-3,0 0 0,1-1 0,-1 1 0,0 0 0,0 0 0,1 0 0,-1 0 0,0-1 0,0 1 0,1 0 0,-1-1 0,0 1 0,1 0 0,-1-1 0,0 1 0,1-1 0,-1 1 0,0-1 0,1 0 0,-1 1 0,1-1 0,-1 1 0,1-1 0,0 0 0,-1 0 0,1 1 0,0-1 0,-1 0 0,1 1 0,0-1 0,-1-1 0,2 0 0,0 1 0,-1 0 0,1-1 0,0 1 0,0 0 0,0 0 0,0 0 0,0-1 0,0 1 0,0 0 0,0 1 0,1-1 0,-1 0 0,3-1 0,52-22 0,215-37 0,-192 37 0,-58 16 0,1 1 0,0 1 0,0 1 0,34-3 0,-17 4 0,55-13 0,-7 0 0,-4 4 0,-28 3 0,101-4 0,13 16 0,-189-2 0,0 2 0,1 0 0,-1 1 0,-31 9 0,42-9 0,-1 0 0,1 0 0,-1 1 0,1 1 0,1-1 0,-1 1 0,0 1 0,1-1 0,0 1 0,1 1 0,-1-1 0,1 2 0,-7 8 0,13-15 0,1 0 0,-1 0 0,1-1 0,-1 1 0,1 0 0,-1 0 0,1 0 0,0 0 0,0 0 0,-1 0 0,1 0 0,0 1 0,0-1 0,0 0 0,0 0 0,0 0 0,0 0 0,0 0 0,0 0 0,1 0 0,-1 0 0,0 0 0,1 0 0,-1 0 0,0 0 0,1 1 0,1 0 0,0 0 0,0 0 0,0 1 0,0-1 0,0-1 0,0 1 0,1 0 0,-1-1 0,5 3 0,5 2 0,0-1 0,0-1 0,18 5 0,16-2 0,0-1 0,1-3 0,0-1 0,60-6 0,1 1 0,1291 2 0,-1339 8 0,-58-7 0,0 1 0,0-1 0,0 1 0,0-1 0,0 1 0,0 0 0,0 0 0,0 0 0,-1 0 0,1 0 0,0 1 0,1 1 0,-3-3 0,1 1 0,-1 0 0,0-1 0,0 1 0,1 0 0,-1 0 0,0-1 0,0 1 0,0 0 0,0 0 0,0-1 0,0 1 0,0 0 0,0 0 0,0 0 0,0-1 0,0 1 0,0 0 0,-1 0 0,1-1 0,0 1 0,0 0 0,-1-1 0,1 1 0,-1 0 0,1-1 0,0 1 0,-1 0 0,1-1 0,-1 1 0,0-1 0,0 1 0,-2 2 0,0 0 0,0-1 0,0 1 0,-1-1 0,1 0 0,-1 0 0,1 0 0,-1-1 0,0 1 0,0-1 0,0 0 0,-6 1 0,-56 5 0,34-5 0,-77 12 0,51-5 0,-79 2 0,90-9 0,-72 14 0,-23 1 0,107-15-111,1 1 0,-1 2 1,1 1-1,1 2 0,-36 13 0,-133 30 101,69-21 131,98-22 17,0-2 1,0-1 0,-65 0-1,193-37-138,-67 25 0,4-3 0,0 2 0,1 1 0,0 2 0,47-3 0,606 8 0,-299 2 0,-376-3 0,-1 1 0,1 0 0,0 1 0,-1 0 0,1 0 0,-1 1 0,1 0 0,-1 0 0,0 1 0,0 0 0,8 5 0,-16-8 0,0 0 0,1 0 0,-1 0 0,0 1 0,0-1 0,1 0 0,-1 0 0,0 1 0,0-1 0,0 0 0,0 1 0,1-1 0,-1 0 0,0 0 0,0 1 0,0-1 0,0 0 0,0 1 0,0-1 0,0 0 0,0 1 0,0-1 0,0 0 0,0 1 0,0-1 0,0 0 0,0 1 0,0-1 0,0 0 0,0 1 0,0-1 0,-1 0 0,1 1 0,0-1 0,0 0 0,-1 1 0,-12 11 0,-18 3 0,31-15 0,-26 10 0,1-1 0,-1-1 0,0-2 0,-50 6 0,-112-6 0,133-2 0,1 2 0,-1 2 0,-95 28 0,99-23 0,34-8 0,1 0 0,1 1 0,-1 1 0,1 0 0,0 1 0,1 1 0,-21 15 0,35-18 0,10-3 0,12-1 0,28-2 0,0-3 0,0-2 0,60-13 0,-66 12 0,76-2 0,-77 7 0,82-13 0,-48 2 0,-1 5 0,1 2 0,79 6 0,-78 0 0,-112-1-227,0 1-1,0 1 1,0 2-1,1 1 1,-38 11-1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21:03:59.6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153 592 24575,'518'0'0,"-512"1"0,-1-1 0,1 0 0,0 0 0,-1-1 0,1 1 0,0-1 0,-1-1 0,1 1 0,-1-1 0,1 0 0,-1 0 0,0 0 0,0-1 0,0 0 0,0 0 0,-1 0 0,1-1 0,-1 1 0,0-1 0,1 0 0,-2-1 0,1 1 0,-1 0 0,1-1 0,-1 0 0,0 0 0,-1 0 0,1 0 0,-1 0 0,0-1 0,-1 1 0,1-1 0,1-9 0,-2 8 0,0 0 0,-1-1 0,1 1 0,-2-1 0,1 1 0,-1 0 0,0-1 0,0 1 0,-1 0 0,0 0 0,0 0 0,-1 0 0,0 0 0,0 0 0,-6-8 0,0 2 0,-2 0 0,1 1 0,-2 0 0,0 0 0,-24-17 0,3 3 0,-1 0 0,-1 3 0,-1 1 0,-39-18 0,3 4 0,54 26 0,-1 0 0,1 1 0,-2 1 0,-23-6 0,-7-1 0,-32-6 0,76 19 0,-1 1 0,1 1 0,-1 0 0,1 0 0,-1 0 0,1 0 0,-1 1 0,1 0 0,-1 1 0,-6 2 0,8-2 0,1 1 0,0 0 0,0 0 0,0 0 0,0 0 0,1 1 0,-1 0 0,1-1 0,0 1 0,0 1 0,0-1 0,0 0 0,1 1 0,0-1 0,0 1 0,0 0 0,-2 7 0,-1 8 0,-1 1 0,-3 36 0,7-42 0,-1 8 0,1 0 0,2 45 0,0-63 0,0 0 0,1 0 0,0 0 0,0 0 0,0-1 0,0 1 0,1 0 0,0-1 0,0 1 0,0-1 0,1 1 0,-1-1 0,1 0 0,0 0 0,0 0 0,1 0 0,-1-1 0,1 1 0,6 3 0,3 1 0,1-2 0,0 0 0,1-1 0,0 0 0,-1-1 0,1 0 0,1-2 0,19 2 0,51 11 0,-38-6 0,1-3 0,1-1 0,-1-3 0,56-4 0,-74 2 0,-279-1 0,391-1 0,162 5 0,-205 15 0,-70-12 0,53 6 0,433-9 0,-303-5 0,-254 4 0,0 3 0,-49 11 0,17-3 0,-29 10 0,93-21 0,0 1 0,0 0 0,0 1 0,0 0 0,1 0 0,-1 1 0,1 0 0,-11 9 0,18-13 0,0 0 0,0 0 0,0 0 0,0 0 0,0 0 0,0 0 0,0 0 0,1 0 0,-1 0 0,0 1 0,1-1 0,-1 0 0,0 0 0,1 1 0,0-1 0,-1 0 0,1 1 0,0-1 0,0 1 0,0-1 0,-1 0 0,1 1 0,1-1 0,-1 1 0,0-1 0,0 0 0,0 1 0,1-1 0,-1 0 0,1 1 0,-1-1 0,1 0 0,0 0 0,-1 1 0,1-1 0,0 0 0,0 0 0,0 0 0,0 0 0,0 0 0,0 0 0,0 0 0,0 0 0,0-1 0,0 1 0,0 0 0,1 0 0,1 0 0,4 3 0,0-1 0,1 0 0,0 0 0,-1 0 0,1-1 0,14 3 0,58 1 0,30 5 0,-29-1 0,1-3 0,160-7 0,55 4 0,-179 14 0,6 1 0,-463-22 0,173 5 0,131 1 0,0 1 0,1 2 0,0 1 0,0 2 0,-36 14 0,62-20 0,1 0 0,-1 1 0,1 0 0,0 0 0,0 0 0,-11 10 0,17-13 0,0 0 0,0 0 0,0 0 0,0 0 0,0 0 0,0 0 0,1 0 0,-1 0 0,0 0 0,1 1 0,-1-1 0,1 0 0,-1 1 0,1-1 0,0 0 0,-1 1 0,1-1 0,0 0 0,0 3 0,0-3 0,1 1 0,0-1 0,-1 1 0,1-1 0,0 0 0,0 1 0,0-1 0,0 0 0,0 0 0,1 0 0,-1 1 0,0-1 0,0-1 0,1 1 0,-1 0 0,0 0 0,1 0 0,-1-1 0,1 1 0,-1-1 0,3 2 0,31 9 0,0-1 0,0-1 0,0-2 0,1-1 0,38 1 0,188-8 0,-112-2 0,-69 4 0,95-3 0,-173 2 0,-1-1 0,1 1 0,0 0 0,0-1 0,0 0 0,0 1 0,-1-1 0,1 0 0,0 0 0,-1-1 0,1 1 0,-1-1 0,1 1 0,-1-1 0,4-3 0,-5 4 0,0-1 0,0 1 0,-1 0 0,1-1 0,0 1 0,0-1 0,-1 0 0,1 1 0,-1-1 0,0 1 0,1-1 0,-1 0 0,0 1 0,0-1 0,0 0 0,0 1 0,0-1 0,0 0 0,-1-3 0,-1 0 0,0 0 0,0 1 0,0-1 0,-1 0 0,0 1 0,1-1 0,-2 1 0,1 0 0,0 0 0,-1 0 0,0 1 0,0-1 0,0 1 0,0 0 0,-9-5 0,-29-12 0,-1 2 0,-1 2 0,0 2 0,-76-14 0,4-5 0,90 23 0,-2 2 0,1 1 0,-1 1 0,-39-4 0,-104 10 0,327 2 0,120-4 0,-95-31 0,-148 24 0,-26 1 0,-21-2 0,-3 5 0,-1 1 0,1 1 0,-1 0 0,0 2 0,0 0 0,-19 1 0,15 0 0,0 0 0,0-2 0,-39-7 0,-211-51 0,180 45 0,48 6 0,-79-4 0,104 12 0,-1 0 0,1-1 0,0-1 0,0-1 0,0-1 0,0 0 0,-26-13 0,44 18 0,0 0 0,1 0 0,-1-1 0,0 1 0,0-1 0,1 1 0,-1-1 0,0 1 0,1-1 0,-1 1 0,1-1 0,-1 1 0,1-1 0,-1 0 0,1 1 0,-1-1 0,1 0 0,-1 0 0,1 1 0,0-1 0,-1-1 0,11-8 0,34-4 0,-31 10 0,19-5 0,0 2 0,0 0 0,1 2 0,38 0 0,137 6 0,-82 2 0,1384-3-1636,-1482-2 1963,-1-1 1,0-2-1,0-1 0,36-12 0,-154 13-327,-53 9 0,-203-7 0,227-17 0,35 5 0,110 15 0,0-1 0,0-1 0,49-12 0,58-5 0,376 16 0,-263 5 0,-229-2 0,60-1 0,0 4 0,111 17 0,-151-14 0,55 0 0,-66-6 0,0 1 0,0 2 0,0 0 0,-1 2 0,32 9 0,-55-14 0,1 1 0,0 0 0,0-1 0,0 1 0,0 0 0,-1 0 0,1 0 0,0 0 0,-1 0 0,1 0 0,-1 0 0,1 1 0,-1-1 0,1 0 0,-1 1 0,0-1 0,0 1 0,2 3 0,-3-4 0,0 0 0,0 0 0,0 1 0,0-1 0,0 0 0,0 0 0,-1 0 0,1 0 0,0 0 0,-1 0 0,1 0 0,-1 0 0,1 0 0,-1 0 0,1 0 0,-1 0 0,0 0 0,1 0 0,-1 0 0,0-1 0,0 1 0,1 0 0,-3 1 0,-3 2 0,0 0 0,0 0 0,-1 0 0,0-1 0,0 0 0,0 0 0,0-1 0,-10 2 0,-57 5 0,49-7 0,-47 10 0,12-1 0,-1-2 0,-1-4 0,1-2 0,-92-7 0,18 1 0,-550 3 0,1432 0 0,-1580 0-820,797-2 759,1-1 0,-44-11 0,39 7 67,-52-4 0,-564 8-1821,338 5 3628,151-2-820,303-2-993,159 5 0,-207 15 0,-66-12 0,1-1 0,29 2 0,133-6-331,-129-4-52,0 3 0,-1 3 0,70 11 0,-51-3 277,0-4 0,1-3 0,91-6 0,104 5 287,-166 15-153,-72-11 59,50 4 0,336-8 1879,-218-5-2028,-283 3 62,-2 1 0,0-4 0,-100-14 0,77 0-248,61 11 4,0-3 1,-77-22 0,87 19 236,1 2 0,-1 1 0,-1 2 0,-50-2-1,-156 9 50,100 3 115,28-3 709,-71-2-917,260 16 51,-39-7 0,66 5 0,110 5-1417,80 3 1320,-44-3-1223,-10 1 1421,1119-20 795,-1348 1-731,49 3 671,-55-3-808,1 0 0,-1 0-1,1 0 1,-1 0 0,0 0 0,1 1 0,-1-1 0,1 0 0,-1 1 0,0-1-1,1 1 1,-1 0 0,0 0 0,1-1 0,-1 1 0,0 0 0,0 0 0,0 0 0,0 0-1,0 0 1,0 0 0,0 0 0,0 1 0,0-1 0,-1 0 0,1 1 0,0-1-1,-1 0 1,1 3 0,-1-2-28,-1 1 0,0-1 0,0 0 0,0 0 0,0 0 0,0 0 0,0 0 0,0-1 0,-1 1 0,1 0 0,-1-1 0,1 1 0,-1 0 0,0-1 0,1 0 0,-1 1 0,-4 1 0,-35 20 0,23-17 0,0 0 0,0-1 0,-1 0 0,1-2 0,-1 0 0,-24 0 0,-48 8 0,46-2 0,-29 8 0,-1-4 0,-137 6 0,174-20 0,-42 1 0,75 0 0,-1 0 0,1 1 0,0 0 0,0 0 0,-1 1 0,1-1 0,0 1 0,1 0 0,-1 0 0,0 1 0,-6 3 0,12 0 0,10-2 0,12 0 0,7-4 0,0-1 0,0-1 0,57-12 0,37-4 0,12 0 0,-91 10 0,68-4 0,-29 12 0,-45 1 0,1-1 0,-1-2 0,54-11 0,-46 5 0,85-4 0,-55 7 0,-40-4 0,-27 1 0,-26-1 0,-13 1 0,-11-3 0,-1 2 0,0 1 0,-61-3 0,-90-7 0,122 9 0,-75 0 0,-23 11 0,782-2 0,-578-2 0,0-2 0,45-9 0,-42 5 0,64-4 0,-91 12 0,-7 1 0,-1-1 0,1 0 0,0 0 0,0-1 0,-1 1 0,1-1 0,-1 0 0,1 0 0,0 0 0,-1-1 0,0 0 0,1 0 0,4-2 0,-9 3 0,0 1 0,0-1 0,0 1 0,0-1 0,0 1 0,0-1 0,0 1 0,0 0 0,0-1 0,0 1 0,0-1 0,0 1 0,0-1 0,-1 1 0,1 0 0,0-1 0,0 1 0,0-1 0,-1 1 0,1 0 0,0-1 0,-1 1 0,1 0 0,0-1 0,-1 1 0,1 0 0,0 0 0,-1-1 0,1 1 0,0 0 0,-1 0 0,1-1 0,-1 1 0,1 0 0,0 0 0,-1 0 0,1 0 0,-1 0 0,1 0 0,-1 0 0,1 0 0,-1 0 0,1 0 0,-1 0 0,1 0 0,-1 0 0,-25-5 0,0 3 0,-8 0 0,33 2 0,20 0 0,21 1 0,0 2 0,74 16 0,-45-11 0,-55-8 0,-1 1 0,0 0 0,0 1 0,0 1 0,17 5 0,-27-7 0,0 1 0,-1-1 0,1 0 0,0 1 0,-1 0 0,0-1 0,1 1 0,-1 0 0,0 0 0,0 0 0,0 0 0,0 1 0,0-1 0,-1 1 0,1-1 0,-1 1 0,1-1 0,-1 1 0,1 3 0,-1-1 0,0 0 0,0 0 0,-1 0 0,0 0 0,1 1 0,-2-1 0,1 0 0,-1 0 0,0 0 0,-1 7 0,-3 1 0,1 0 0,-2 0 0,0 0 0,0-1 0,-1 1 0,0-1 0,-12 13 0,16-22 0,0 0 0,0 1 0,1-1 0,-1 1 0,1-1 0,0 1 0,0 0 0,0 0 0,1 0 0,-1 0 0,1 0 0,0 0 0,0 0 0,0 7 0,1-9 0,1 0 0,0 0 0,-1 0 0,1 0 0,0 0 0,0 0 0,0 0 0,1 0 0,-1-1 0,0 1 0,1 0 0,-1-1 0,1 1 0,-1-1 0,1 0 0,0 1 0,-1-1 0,1 0 0,0 0 0,0 0 0,0 0 0,0-1 0,0 1 0,0 0 0,0-1 0,0 1 0,0-1 0,0 0 0,1 0 0,2 0 0,15 3 0,0-1 0,0-1 0,32-3 0,-41 1 0,0 0 0,0-1 0,-1-1 0,1 1 0,-1-2 0,0 1 0,0-1 0,14-8 0,-24 12 0,1 0 0,-1-1 0,1 1 0,0 0 0,-1 0 0,1-1 0,-1 1 0,1-1 0,-1 1 0,1 0 0,-1-1 0,1 1 0,-1-1 0,0 1 0,1-1 0,-1 1 0,0-1 0,1 1 0,-1-1 0,0 1 0,1-1 0,-1 0 0,0 1 0,0-1 0,0 1 0,0-1 0,0 0 0,0 1 0,0-1 0,0 1 0,0-1 0,0 0 0,0 1 0,0-2 0,-20-11 0,-32 1 0,-397-61 0,415 64 0,1-1 0,0-1 0,-35-19 0,-8-1 0,17 7 0,22 9 0,-1 0 0,-1 3 0,-59-12 0,88 23 0,-77-17 0,81 17 0,1 0 0,0-1 0,0 0 0,1 0 0,-1 0 0,0 0 0,1-1 0,-1 0 0,1 0 0,0 0 0,0-1 0,0 1 0,-6-8 0,9 10 5,1-1-1,-1 1 0,1 0 1,-1-1-1,1 1 0,0 0 1,-1-1-1,1 1 0,0-1 1,0 1-1,0-1 0,0 1 1,0 0-1,0-1 0,0 1 1,0-1-1,1 1 0,-1 0 1,1-1-1,-1 1 0,1 0 1,-1-1-1,1 1 0,0 0 1,0 0-1,1-3 0,29-24-1486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21:04:05.1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1096 628 24575,'2'-1'0,"-1"1"0,1-1 0,0 0 0,0 0 0,-1 0 0,1 0 0,0-1 0,-1 1 0,1 0 0,-1-1 0,0 1 0,1-1 0,-1 1 0,0-1 0,0 1 0,0-1 0,0 0 0,0 0 0,-1 0 0,1 1 0,0-1 0,-1 0 0,1 0 0,-1 0 0,0 0 0,0 0 0,1-3 0,4-55 0,-6 51 0,0 0 0,-1 0 0,0 0 0,0 0 0,-1 0 0,0 1 0,-1-1 0,0 1 0,0 0 0,0 0 0,-1 0 0,-1 1 0,1-1 0,-1 1 0,0 1 0,-8-8 0,-13-9 0,-1 1 0,-57-34 0,34 23 0,22 15 0,0 0 0,-1 3 0,-1 0 0,0 2 0,-1 1 0,0 2 0,-1 1 0,0 1 0,-1 2 0,1 2 0,-1 1 0,-58 2 0,88 1 0,1 0 0,-1 1 0,1-1 0,-1 1 0,1 0 0,0 0 0,-1 0 0,1 1 0,0-1 0,0 1 0,0 0 0,0 0 0,0 0 0,0 0 0,1 0 0,-1 0 0,1 1 0,-1 0 0,1-1 0,-4 7 0,4-5 0,0 1 0,0 0 0,1 0 0,-1-1 0,1 1 0,0 0 0,1 0 0,-1 0 0,1 0 0,0 0 0,0 0 0,1 0 0,1 7 0,-1-4 0,1 0 0,0 0 0,0-1 0,1 1 0,0-1 0,0 0 0,1 1 0,-1-2 0,2 1 0,-1 0 0,1-1 0,0 0 0,0 0 0,1 0 0,0-1 0,0 1 0,0-2 0,12 8 0,19 1 0,0-2 0,1-1 0,0-2 0,0-2 0,0-2 0,1-1 0,0-2 0,0-1 0,48-8 0,-84 8 0,0 0 0,-1 0 0,1 0 0,0 0 0,-1-1 0,1 0 0,0 1 0,-1-1 0,1 0 0,-1 0 0,1 0 0,-1 0 0,0-1 0,1 1 0,-1-1 0,0 0 0,0 1 0,0-1 0,0 0 0,0 0 0,0 0 0,-1 0 0,1-1 0,-1 1 0,0 0 0,1-1 0,-1 1 0,0-1 0,0 1 0,1-5 0,-2 4 0,-1 0 0,1-1 0,0 1 0,-1-1 0,0 1 0,0 0 0,0 0 0,0-1 0,0 1 0,-1 0 0,1 0 0,-1 0 0,0 0 0,0 1 0,0-1 0,0 0 0,0 1 0,-1-1 0,1 1 0,-1 0 0,0 0 0,1 0 0,-7-3 0,-1 0 0,0 0 0,-1 1 0,0 0 0,0 0 0,0 1 0,0 1 0,0 0 0,-22-1 0,-99 5 0,66 2 0,-13-5 0,51-1 0,-1 1 0,1 2 0,0 1 0,-1 1 0,-45 11 0,67-11 0,0 0 0,0 1 0,0 0 0,0 0 0,1 1 0,-1-1 0,-5 7 0,9-8 0,0-1 0,1 0 0,-1 1 0,1 0 0,-1 0 0,1 0 0,0 0 0,0 0 0,1 0 0,-1 0 0,0 0 0,1 1 0,0-1 0,0 1 0,0-1 0,0 1 0,0 4 0,2-6 0,0 0 0,-1-1 0,1 1 0,0 0 0,0 0 0,0-1 0,0 1 0,0 0 0,1-1 0,-1 1 0,0-1 0,1 0 0,-1 1 0,1-1 0,-1 0 0,1 0 0,0 0 0,-1 0 0,1 0 0,0 0 0,0-1 0,0 1 0,0 0 0,0-1 0,0 0 0,-1 1 0,1-1 0,3 0 0,64 4 0,-60-4 0,18 1 0,0-1 0,1-1 0,-1-1 0,0-1 0,-1-2 0,1-1 0,-1-1 0,0-1 0,28-13 0,98-47 0,-146 66 0,-1-1 0,1 0 0,-1-1 0,0 1 0,0-1 0,0 0 0,-1 0 0,1-1 0,-1 1 0,0-1 0,0 0 0,5-9 0,-8 12 0,0 0 0,0 1 0,0-1 0,-1 0 0,1 0 0,-1 0 0,1 0 0,-1 0 0,1 0 0,-1 0 0,0 0 0,0 0 0,0 0 0,0-1 0,0 1 0,-1 0 0,1 0 0,-1 0 0,1 0 0,-1 0 0,0 1 0,0-1 0,0 0 0,0 0 0,0 0 0,0 1 0,0-1 0,0 0 0,-1 1 0,1-1 0,-1 1 0,1 0 0,-1-1 0,1 1 0,-1 0 0,0 0 0,0 0 0,0 0 0,0 0 0,1 0 0,-5 0 0,-9-4 0,-1 1 0,-1 0 0,1 1 0,0 1 0,-1 0 0,-19 1 0,-47-6 0,-5-4 0,1 4 0,-114 6 0,131 1 0,62 0 0,-1 1 0,1 0 0,-1 0 0,1 1 0,0 0 0,-1 1 0,-8 3 0,16-5 0,0-1 0,-1 1 0,1-1 0,0 1 0,-1 0 0,1-1 0,0 1 0,0 0 0,0 0 0,0 0 0,0 0 0,0 0 0,0 0 0,0 0 0,0 0 0,0 1 0,0-1 0,1 0 0,-1 1 0,1-1 0,-1 0 0,1 1 0,-1-1 0,1 0 0,0 1 0,-1-1 0,1 1 0,0-1 0,0 1 0,0-1 0,0 0 0,1 1 0,-1-1 0,0 1 0,0-1 0,1 1 0,-1-1 0,1 0 0,-1 1 0,1-1 0,0 0 0,0 0 0,-1 1 0,1-1 0,0 0 0,0 0 0,0 0 0,0 0 0,0 0 0,3 1 0,0 2 0,1 0 0,0 0 0,0-1 0,1 1 0,-1-1 0,1-1 0,-1 1 0,1-1 0,0 0 0,0 0 0,0-1 0,0 1 0,0-1 0,7 0 0,18 1 0,48-3 0,-47-1 0,-22 2 0,43 0 0,0-3 0,0-2 0,54-12 0,-68 11 11,0 1-1,-1 2 1,1 1-1,40 4 0,76-3-628,-64-17 494,-67 12 127,-1 2 1,32-4-1,-1 6-111,22-2-396,75-13 0,-25 0 504,-74 12 0,0-3 0,58-17 0,-66 15 136,86-11 1,-89 17 40,-1-2 1,55-16-1,-126 17 899,-23 1-1161,-1250 6 85,1281-2 0,-1 2 0,-35 6 0,52-7 0,1 0 0,-1 1 0,1 0 0,-1 0 0,1 1 0,0-1 0,-1 1 0,2 1 0,-1-1 0,0 1 0,1 0 0,-1 0 0,-4 6 0,9-9 0,0 0 0,1 0 0,-1 1 0,0-1 0,1 0 0,-1 1 0,1-1 0,0 0 0,-1 1 0,1-1 0,0 0 0,0 1 0,0-1 0,0 1 0,0-1 0,0 1 0,0-1 0,0 0 0,1 1 0,-1-1 0,1 0 0,-1 1 0,1-1 0,-1 0 0,1 1 0,0-1 0,-1 0 0,1 0 0,0 0 0,0 0 0,0 0 0,0 0 0,0 0 0,0 0 0,0 0 0,0 0 0,1 0 0,-1-1 0,0 1 0,0 0 0,3 0 0,9 6 0,-1-1 0,1 0 0,17 4 0,-21-6 0,170 71 0,-130-61 0,1-1 0,74 8 0,-28-7 0,-40-5 0,72 3 0,737-11-1191,-442-3 2382,-1739 2-3420,468 0 4458,839 0-2229,4-1 0,1 1 0,-1 0 0,1 0 0,-1 0 0,1 0 0,0 1 0,-1-1 0,1 1 0,0 1 0,-1-1 0,1 0 0,0 1 0,0 0 0,-5 3 0,9-4 0,0-1 0,-1 1 0,1-1 0,0 1 0,0-1 0,1 1 0,-1-1 0,0 1 0,0-1 0,0 0 0,0 1 0,0-1 0,0 1 0,1-1 0,-1 1 0,0-1 0,0 1 0,1-1 0,-1 0 0,0 1 0,1-1 0,-1 0 0,0 1 0,1-1 0,-1 0 0,0 1 0,1-1 0,-1 0 0,1 0 0,-1 1 0,1-1 0,-1 0 0,1 0 0,-1 0 0,0 0 0,1 0 0,-1 1 0,1-1 0,-1 0 0,1 0 0,-1 0 0,1 0 0,-1-1 0,2 1 0,24 5 0,22 1 0,0 2 0,0 2 0,61 22 0,26 11 0,178 33 0,-243-66-162,1-3-1,0-3 0,103-8 1,-29 1 15,877 3 944,-990 6-797,-26 1 0,-20 2 0,-11-3 0,0-1 0,0-1 0,-1-1 0,0-1 0,0-1 0,-42-5 0,6 2 0,3 1 0,24-1 0,1 2 0,0 1 0,0 1 0,-54 12 0,44-5 0,-1-3 0,-1-1 0,1-2 0,-59-5 0,-67 5 0,141 1 0,-1 2 0,2 0 0,-35 14 0,-47 10 0,52-25 0,49-5 0,0 0 0,1 0 0,-1 1 0,0 1 0,1 0 0,-1 0 0,1 0 0,0 1 0,-1 1 0,-9 5 0,18-4 0,12-1 0,12-1 0,371 0 0,-201-5 0,-148 0-243,78-15 0,-74 9 119,61-2-1,-55 6-80,-1-3-1,78-19 1,-78 13 138,0 3 1,87-5-1,-73 14-152,122-19 1,91-18 218,-228 32 0,55 2 0,3-1 0,-5-12-533,-69 10 862,53-4 0,-26 8 160,92-17 0,-76 10 327,-65 10-809,0 0 0,-1-2 0,1 0 0,0-1 0,-1 0 0,0-1 0,0 0-1,0-2 1,21-10 0,-34 16-7,0-1 0,-1 1 0,1 0 0,0-1 0,-1 1 0,1 0 0,-1-1 0,1 1 0,-1 0 0,1-1 0,-1 1 0,1-1 0,-1 1 0,1-1 0,-1 1 0,0-1 0,1 0 0,-1 1 0,0-1 0,1 1 0,-1-1 0,0 0 0,0 1 0,0-1 0,0 0 0,0 1 0,1-1 0,-1 0 0,0 1 0,0-1 0,-1 0 0,1 1 0,0-2 0,-21-9 0,-34 3 0,-169-16 0,104 9 0,19-1 0,57 8 0,-68-3 0,25 5 4,-127-26 1,134 18-43,0 3 1,-85-1 0,116 11-353,-1-2 0,-73-13 1,54 7 661,-1 3 0,-118 6 0,128 1 184,176 1-456,160-5 0,-187-15 0,-66 12 0,-1 2 0,30-4 0,76 8-241,-95 2 127,0-1 0,0-2 0,0-1 0,60-13 0,-40 5 114,2 1 0,-1 4 0,1 1 0,103 7 0,-39 0 0,240-3 811,-371 3-811,1 0 0,-1 1 0,1 1 0,0 0 0,0 0 0,0 1 0,1 0 0,-14 11 0,-3 0 0,-144 69 0,142-73 0,-15 6 0,22-11 0,1 2 0,0 0 0,-32 22 0,51-32 0,1 1 0,0 0 0,0-1 0,0 1 0,0 0 0,0 0 0,0 0 0,0 0 0,0 0 0,1 0 0,-1 0 0,0 0 0,0 0 0,1 0 0,-1 0 0,1 0 0,-1 0 0,1 1 0,-1-1 0,1 0 0,0 0 0,-1 3 0,2-3 0,0 0 0,-1 0 0,1 0 0,0 0 0,-1 0 0,1 0 0,0-1 0,0 1 0,-1 0 0,1 0 0,0-1 0,0 1 0,0-1 0,0 1 0,0-1 0,0 1 0,0-1 0,0 1 0,1-1 0,0 0 0,13 4 0,-1-2 0,1 0 0,15 0 0,-16-2 0,88 15 0,-56-7 0,47 2 0,610-7-1048,-357-6 865,581 3-3856,-445 0 4428,-16 0 4492,-483 2-4881,1 0 0,-1 0 0,-26 9 0,-35 5 0,-297-10 0,208-9 0,-26 6-27,-211-6-1768,270-15 608,81 10 1182,-57-2 1,-387 9-141,271 2 3087,951-1-2721,-703-1-221,1-1 0,-1-2 0,30-7 0,-26 4 0,51-4 0,20 8 0,-70 4 0,0-1 0,0-1 0,0-2 0,0 0 0,0-2 0,0-1 0,25-10 0,-27 7 0,0 1 0,0 1 0,1 1 0,0 2 0,44-3 0,-805 12-635,392-8 34,-540 3 1837,958 0-1236,-1-3 0,97-16 0,-128 13 0,76 0 0,-24 2 0,-5-13 0,-66 11 0,48-5 0,63 10 0,-91 3 0,1-3 0,-1-1 0,56-11 0,-14 0 0,0 4 0,1 3 0,120 9 0,-62-1 0,-465-2-1365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15T21:55:45.48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0 555 24575,'849'0'0,"-816"2"0,-1 1 0,44 10 0,-38-5 0,47 2 0,-36-8-267,-1 3 0,1 2 0,-1 2-1,55 17 1,-73-18 175,0-2 0,1-1 0,-1-2 0,1-1 0,34-2 0,39 4 87,17 12 5,21 1 0,-73-11-540,116 25 1,-116-16 293,112 8 1,-130-18 345,-1 2 1,66 18-1,-70-13 190,1-2 1,93 6-1,-114-14-174,-1 1-1,40 10 1,-36-7 314,47 5 0,-37-6-58,0 1 0,50 16 1,-86-21-406,-2-1 33,-1 0 0,0 0 0,0 0 0,0 0 0,1 0 0,-1 0 0,0 0 0,0 0 0,0 0 0,0 0 0,1 0 0,-1 0 0,0 0 0,0 0 0,0 0 0,1 0 0,-1 0 0,0 1 0,0-1 0,0 0 0,0 0 0,0 0 0,1 0 0,-1 0 0,0 1 0,0-1 0,0 0 0,0 0 0,0 0 0,0 0 0,0 1 0,0-1 0,0 0 0,0 0 0,1 0 0,-1 1 0,0-1 0,0 0 0,0 0 0,0 0 0,0 0 0,0 1 0,0-1 0,-1 0 0,1 0 0,0 0 0,0 1 0,0-1 0,-10 9 0,-17 3 0,-15-4 0,0-2 0,-1-2 0,1-1 0,-86-7 0,22 0 0,-120 23-21,-4 0-745,-333-20-675,0 0 3669,554 2-2228,5-1 0,-1 1 0,1-1 0,-1 0 0,0-1 0,1 1 0,-1-1 0,1 1 0,-1-1 0,1-1 0,-1 1 0,1-1 0,0 1 0,-9-6 0,13 7 0,0-1 0,0 1 0,0-1 0,0 1 0,0-1 0,0 1 0,0-1 0,0 1 0,1-1 0,-1 1 0,0-1 0,0 1 0,0-1 0,0 1 0,1 0 0,-1-1 0,0 1 0,0-1 0,1 1 0,-1 0 0,0-1 0,1 1 0,-1-1 0,1 1 0,-1 0 0,0 0 0,1-1 0,-1 1 0,1 0 0,-1 0 0,1-1 0,-1 1 0,1 0 0,-1 0 0,0 0 0,1 0 0,0 0 0,25-11 0,-23 10 0,34-10-170,1 1-1,1 2 1,69-5-1,10-3-84,-90 11 246,308-40-802,-138 27 596,53-2-357,-178 19 36,136-19-1,-118 3 537,-23 4 0,0 2 0,76-1 0,817 12 2581,-459 2-1548,-1157-2-2310,624-2 1211,0-1 0,-46-10 0,40 5-140,-49-3-1,-76-7-958,-30-2 1126,-21 2 39,-15 0 0,157 14 287,1-2-1,0-4 0,-107-29 0,135 32-181,-1 1-1,1 3 0,-1 1 1,-47 5-1,48-2 687,781-2-1664,-347 2 533,-349 2 381,76 12-1,24 3-1030,-69-14 784,0 3 0,130 31 0,-124-22-453,121 8 1,-108-15 263,2 0-101,-42-5 34,0 1-1,78 20 1,-65-9 370,2-4 1,132 7-1,-148-13 259,93 23 1,-95-17-50,-1-2-1,57 4 1,-47-7 970,0 2 0,86 26 0,-82-19-420,-25-1 728,-29-4-540,-9-10-841,0 0 0,0-1 0,-1 1 0,1 0 0,-1-1 0,1 1 0,-1-1 0,1 1 0,-1-1 0,1 1 0,-1-1 0,1 1 0,-1-1 0,1 0 0,-1 1 0,0-1 0,1 0 0,-1 1 0,0-1 0,1 0 0,-1 0 0,0 0 0,0 1 0,-1-1 0,-16 4-15,-1-1 0,0-1 0,-26 1 0,23-3 0,0 2 0,-31 6 0,-17 4-158,0-4 0,0-3 0,-140-7 0,71-1-143,-277-18 137,233 6-1092,-237 13 0,199 4 418,-429-2-18,613-2 1452,0-1 0,-45-11 1,43 6 333,-59-3 1,75 10-105,28 2-190,39-2-445,48-15-191,-64 9 0,49-4 0,418 8 0,-254 6 0,386-3-882,-593 1 882,1 3 0,36 8 0,38 3 0,-44-11 57,-13-2-682,62 12 0,-47-1 703,11 3 571,2-3-1,136 4 1,-199-18-643,-1 1-1,1 1 1,0 0 0,0 1 0,-1 1-1,1 0 1,-1 1 0,27 11-1,-42-11-5,-10-2 0,-13 1 0,-221-3 0,113-1 0,84-1 0,-81-15 0,78 8 0,-60-1 0,39 8 0,4 2 0,-77-12 0,-35-5 0,81 10 0,-13-10 0,70 9 0,-66-3 0,65 11 0,26 1 0,1-1 0,0 0 0,-1-1 0,-24-6 0,38 7 0,1 0 0,-1 0 0,1 0 0,-1 0 0,0 0 0,1 0 0,-1 0 0,1 0 0,-1 0 0,0-1 0,1 1 0,-1 0 0,1 0 0,-1-1 0,1 1 0,-1 0 0,1-1 0,-1 1 0,1-1 0,0 1 0,-1 0 0,1-1 0,-1 1 0,1-1 0,0 1 0,-1-1 0,1 1 0,0-1 0,0 0 0,0 1 0,-1-1 0,1 1 0,0-1 0,0 1 0,0-1 0,0 0 0,18-15 0,35-5 0,-4 12 0,1 2 0,0 2 0,0 2 0,88 8 0,-20-2 0,1026-3-2612,-610 0 5199,-1297 0-2562,726-2-25,0-1 0,-41-10 0,38 5 0,-62-3 0,71 8 0,0-1 0,1-2 0,-58-17 0,51 12 0,-73-12 0,-26-4 0,80 15 0,23 0 0,28 3 0,19-2 0,43-8 0,0 2 0,67-11 0,-112 26 0,191-35 0,-146 28 0,1 3 0,0 2 0,106 7 0,-38 0 0,831-3 0,-937 0 0,0-2 0,1 0 0,-1-1 0,0-2 0,-1 0 0,1 0 0,-1-2 0,0-1 0,21-11 0,-14 4 0,0-2 0,0 0 0,-2-2 0,0-1 0,28-29 0,-44 41 0,1-1 0,0-1 0,-1 1 0,0-1 0,12-21 0,-18 28 0,0 0 0,-1-1 0,0 0 0,0 1 0,0-1 0,0 0 0,0 0 0,-1 1 0,0-1 0,1 0 0,-2 0 0,1 0 0,0 1 0,-1-1 0,1 0 0,-1 0 0,0 1 0,-1-1 0,1 0 0,-3-5 0,0 2 0,0 0 0,-1 1 0,0-1 0,0 1 0,0 0 0,0 1 0,-1-1 0,0 1 0,0 0 0,-1 1 0,1-1 0,-1 1 0,0 1 0,-15-7 0,-7 0 0,0 2 0,-52-8 0,-16-6 0,68 15 0,1 1 0,-1 1 0,-55-3 0,-92 10 0,64 1 0,-403-3 0,491-1 0,1-2 0,0 0 0,-26-8 0,22 5 0,-49-5 0,-344 8 0,215 5 0,182-1 0,-1 2 0,1 0 0,-26 8 0,22-5 0,-48 6 0,29-7 0,1 3 0,0 1 0,1 3 0,-44 17 0,-25 7 0,89-31 0,1-1 0,-1-2 0,-40 1 0,39-2 0,0 0 0,0 1 0,-31 8 0,-5 1 0,0-3 0,-1-2 0,0-3 0,-89-7 0,17 1 0,-859 3 0,962 2 0,1 2 0,0 2 0,1 0 0,0 2 0,-42 17 0,69-25 0,0 1 0,1-1 0,-1 1 0,0-1 0,1 1 0,-1 0 0,0-1 0,1 1 0,-1 0 0,1 0 0,-1 0 0,1 0 0,0 1 0,-1-1 0,0 2 0,2-3 0,1 1 0,-1-1 0,1 1 0,-1-1 0,1 1 0,-1-1 0,1 1 0,-1-1 0,1 1 0,-1-1 0,1 0 0,-1 1 0,1-1 0,0 0 0,-1 0 0,1 1 0,0-1 0,-1 0 0,1 0 0,0 0 0,-1 0 0,1 0 0,0 0 0,1 0 0,65 3 0,-61-3 0,69-2 0,-44 0 0,1 1 0,0 2 0,-1 1 0,62 12 0,-59-7 0,0-1 0,65 3 0,-58-7 0,59 11 0,80 13 0,-28-7 0,-90-10 0,-42-7 0,0 1 0,0 1 0,0 0 0,0 2 0,-1 0 0,22 10 0,-16-5 0,-1-2 0,1-1 0,1 0 0,43 5 0,-6 0 0,-55-11 0,228 46 0,-168-32 0,15 2 0,-40-12 0,0 3 0,44 14 0,40 8 0,-60-22 0,26 5 0,-57-7 0,-1-1 0,1-2 0,0-2 0,42-2 0,47 3 0,-54 11 0,-57-10 0,0 0 0,1-2 0,-1 0 0,23 1 0,-33-3 0,1-1 0,-1 1 0,0-1 0,1 0 0,-1 0 0,0 0 0,0-1 0,0 1 0,0-1 0,0 0 0,0-1 0,0 1 0,-1 0 0,1-1 0,-1 0 0,0 0 0,1 0 0,-1 0 0,3-5 0,27-41-198,-2 0 0,27-59-1,-44 80-571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4E45B-6A2B-466B-888B-E46A2D9C4975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E6069-FB56-4D1F-AE42-131F863A15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681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E6069-FB56-4D1F-AE42-131F863A156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5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E6069-FB56-4D1F-AE42-131F863A156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732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09440-A63D-2E69-457D-F68173F6F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A52D6E-6459-4C19-82A0-0BA5A9907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BF5AA-5CB7-C7F0-9A73-0DF865C80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9AFEB-336B-CF41-E165-D67130A9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7A5D9-75F5-1C27-C9E5-8ACB5DA8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06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FCE5-D7CD-09C9-4089-EABC5D096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4F317-6061-A29D-5AE5-E2581B6D9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29EA7-A9F9-1100-3BF3-37D6D39A4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83C91-7F73-A0C0-8C2D-FE78F8954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8FDD4-313E-F332-36A6-727122AC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847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B18C1-5A48-280F-B884-2CB78F92F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0BF61-9D9A-476A-87A2-CDFE8CF56F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B9807-83EB-9777-EDD1-E98173E31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B016C-0A8F-58AD-9453-600D74AF9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B9D18-11BF-CB33-4CE1-7DAA891F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771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3606D-4B24-B83D-C304-55642877A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0BAE-41F0-EE8D-345E-2BA564F745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C417F-6A06-9F95-ED47-4EF5FAE88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43B65-65B6-EC5C-9842-76EB7C782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4ACE3-64A0-DF34-E6A2-03064641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B099F-A0E8-AFBB-55A0-EDBFEB9D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587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09239-1C73-EDA9-33CB-E8FFE6866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4A838-CDC3-D2FF-75F3-2363FF63F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908BEA-95DE-1534-0E67-E673719A4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1B416-CAE8-9F0D-8B34-C6A28F247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9726B-3091-C2A1-6D9E-269732203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C293EE-2AD7-C474-6D75-0DDA40F4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DB831B-A93D-F8C9-4F1A-FDF595047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EED802-CCD2-BE0B-9CE0-A526C228E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825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561A-E8B1-1216-87C7-2119F1054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F6FCB4-9CA5-6B2E-2D5F-158C41108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0A244-7B4F-9953-66BE-D2B8824A9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D7843-5DC1-907B-A8B2-B3B2C5AD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10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2F0739-32F6-BB17-7566-6ABF04EA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6CC0F7-C9B0-01B0-3DE0-41AB2920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7A97A-D5FA-C208-45A7-304E93E6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851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2DB8-11DC-F2F6-3EF9-F0615B6B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55E51-1141-D942-192F-C5F9F6916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A8F9D-4944-F89C-0370-B96D00356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64329-1A7E-1C35-AFC9-41FC5FCB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FFBD-1909-42D6-4620-D09EE595F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D801B-B904-893A-88C1-67DFB00DE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041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0FA9D-4A89-B8DB-E5F4-256F3D03E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EAD0F6-E903-91B2-4967-F69798CFF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A4055-36B1-344B-69B6-E1C61C8360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A8106-1B86-C61A-C3B4-D0E77CC70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08874-3F44-4060-6ABD-3C0CC19E3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19F56-D1E0-2E2D-4320-FAADD0832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491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BEBE-E167-E262-92DF-655F8ED4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537611-9D97-8875-EFE8-FE0BE88D6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6F976-4328-9A49-E531-F380C722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0141D-3625-A1E1-08CF-E48D69D2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6D3AD-1F93-D432-C9DD-6948EE070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20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A157B6-B601-4525-9264-7A42B63343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7B9FB-828F-3190-D808-63CD77136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E0375-1E2C-4FB2-6A5C-7961E0DC4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45F24-FCEA-5683-35F2-A21358D2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F0931-9A2B-7896-F492-397EE377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637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03B663-D88D-CC80-E795-7508B11BF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3E6D4-374D-5C83-E17A-496491C70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BEB6F-5BA9-8BD8-575A-640961FC2B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7AEB72-F503-41D9-A53B-E30B48934133}" type="datetimeFigureOut">
              <a:rPr lang="en-GB" smtClean="0"/>
              <a:t>15/05/2025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835E0-FBC6-1D47-233A-85C2CC99C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A3624-1E68-BE6B-4612-A5E3C44AE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CCEC6-9BF0-4899-A883-586BECA38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27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chart" Target="../charts/chart3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2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9.jp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igh angle view of buildings and the sky">
            <a:extLst>
              <a:ext uri="{FF2B5EF4-FFF2-40B4-BE49-F238E27FC236}">
                <a16:creationId xmlns:a16="http://schemas.microsoft.com/office/drawing/2014/main" id="{1B6E57C8-15CE-99AF-98C4-3B80114574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9" r="-1" b="12754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C94855-0C41-82AA-F028-4E9EBBB3D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GB" sz="6600" dirty="0">
                <a:solidFill>
                  <a:schemeClr val="bg1"/>
                </a:solidFill>
              </a:rPr>
              <a:t>Global Optimised Portfolio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5D7A02-DD93-5C0D-CA89-E06195F3A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Mohammed Al-Adnani</a:t>
            </a:r>
          </a:p>
          <a:p>
            <a:r>
              <a:rPr lang="en-GB" dirty="0">
                <a:solidFill>
                  <a:schemeClr val="bg1"/>
                </a:solidFill>
              </a:rPr>
              <a:t>May 2025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DCD5CB-4695-6008-6523-E54B0D89E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48200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Portfolio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70E164-3075-292C-C578-888F7713FEB9}"/>
              </a:ext>
            </a:extLst>
          </p:cNvPr>
          <p:cNvSpPr txBox="1"/>
          <p:nvPr/>
        </p:nvSpPr>
        <p:spPr>
          <a:xfrm>
            <a:off x="838196" y="2060606"/>
            <a:ext cx="516503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The final portfolio is made up of 14 assets: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Comprised of equities, fixed income and alternatives.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Combined with the 5-year gilt, our </a:t>
            </a:r>
            <a:r>
              <a:rPr lang="en-US" sz="2000" b="1" dirty="0"/>
              <a:t>risk-free </a:t>
            </a:r>
            <a:r>
              <a:rPr lang="en-US" sz="2000" dirty="0"/>
              <a:t>asset.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~ </a:t>
            </a:r>
            <a:r>
              <a:rPr lang="en-US" sz="2000" b="1" dirty="0"/>
              <a:t>£4.4 million</a:t>
            </a:r>
            <a:r>
              <a:rPr lang="en-US" sz="2000" dirty="0"/>
              <a:t> will be allocated to the risky portfolio according to the weights below: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740311C-6124-AA72-EBC3-63BEFBE8EE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345943"/>
              </p:ext>
            </p:extLst>
          </p:nvPr>
        </p:nvGraphicFramePr>
        <p:xfrm>
          <a:off x="438323" y="4526209"/>
          <a:ext cx="11316356" cy="819874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886894">
                  <a:extLst>
                    <a:ext uri="{9D8B030D-6E8A-4147-A177-3AD203B41FA5}">
                      <a16:colId xmlns:a16="http://schemas.microsoft.com/office/drawing/2014/main" val="1678682441"/>
                    </a:ext>
                  </a:extLst>
                </a:gridCol>
                <a:gridCol w="675861">
                  <a:extLst>
                    <a:ext uri="{9D8B030D-6E8A-4147-A177-3AD203B41FA5}">
                      <a16:colId xmlns:a16="http://schemas.microsoft.com/office/drawing/2014/main" val="3264496732"/>
                    </a:ext>
                  </a:extLst>
                </a:gridCol>
                <a:gridCol w="873631">
                  <a:extLst>
                    <a:ext uri="{9D8B030D-6E8A-4147-A177-3AD203B41FA5}">
                      <a16:colId xmlns:a16="http://schemas.microsoft.com/office/drawing/2014/main" val="62589183"/>
                    </a:ext>
                  </a:extLst>
                </a:gridCol>
                <a:gridCol w="807270">
                  <a:extLst>
                    <a:ext uri="{9D8B030D-6E8A-4147-A177-3AD203B41FA5}">
                      <a16:colId xmlns:a16="http://schemas.microsoft.com/office/drawing/2014/main" val="2962632944"/>
                    </a:ext>
                  </a:extLst>
                </a:gridCol>
                <a:gridCol w="807270">
                  <a:extLst>
                    <a:ext uri="{9D8B030D-6E8A-4147-A177-3AD203B41FA5}">
                      <a16:colId xmlns:a16="http://schemas.microsoft.com/office/drawing/2014/main" val="1760540957"/>
                    </a:ext>
                  </a:extLst>
                </a:gridCol>
                <a:gridCol w="807270">
                  <a:extLst>
                    <a:ext uri="{9D8B030D-6E8A-4147-A177-3AD203B41FA5}">
                      <a16:colId xmlns:a16="http://schemas.microsoft.com/office/drawing/2014/main" val="3645555211"/>
                    </a:ext>
                  </a:extLst>
                </a:gridCol>
                <a:gridCol w="807270">
                  <a:extLst>
                    <a:ext uri="{9D8B030D-6E8A-4147-A177-3AD203B41FA5}">
                      <a16:colId xmlns:a16="http://schemas.microsoft.com/office/drawing/2014/main" val="1276773994"/>
                    </a:ext>
                  </a:extLst>
                </a:gridCol>
                <a:gridCol w="807270">
                  <a:extLst>
                    <a:ext uri="{9D8B030D-6E8A-4147-A177-3AD203B41FA5}">
                      <a16:colId xmlns:a16="http://schemas.microsoft.com/office/drawing/2014/main" val="4194719335"/>
                    </a:ext>
                  </a:extLst>
                </a:gridCol>
                <a:gridCol w="807270">
                  <a:extLst>
                    <a:ext uri="{9D8B030D-6E8A-4147-A177-3AD203B41FA5}">
                      <a16:colId xmlns:a16="http://schemas.microsoft.com/office/drawing/2014/main" val="950363876"/>
                    </a:ext>
                  </a:extLst>
                </a:gridCol>
                <a:gridCol w="807270">
                  <a:extLst>
                    <a:ext uri="{9D8B030D-6E8A-4147-A177-3AD203B41FA5}">
                      <a16:colId xmlns:a16="http://schemas.microsoft.com/office/drawing/2014/main" val="3986741296"/>
                    </a:ext>
                  </a:extLst>
                </a:gridCol>
                <a:gridCol w="807270">
                  <a:extLst>
                    <a:ext uri="{9D8B030D-6E8A-4147-A177-3AD203B41FA5}">
                      <a16:colId xmlns:a16="http://schemas.microsoft.com/office/drawing/2014/main" val="4143324927"/>
                    </a:ext>
                  </a:extLst>
                </a:gridCol>
                <a:gridCol w="807270">
                  <a:extLst>
                    <a:ext uri="{9D8B030D-6E8A-4147-A177-3AD203B41FA5}">
                      <a16:colId xmlns:a16="http://schemas.microsoft.com/office/drawing/2014/main" val="3273046584"/>
                    </a:ext>
                  </a:extLst>
                </a:gridCol>
                <a:gridCol w="807270">
                  <a:extLst>
                    <a:ext uri="{9D8B030D-6E8A-4147-A177-3AD203B41FA5}">
                      <a16:colId xmlns:a16="http://schemas.microsoft.com/office/drawing/2014/main" val="2692237713"/>
                    </a:ext>
                  </a:extLst>
                </a:gridCol>
                <a:gridCol w="807270">
                  <a:extLst>
                    <a:ext uri="{9D8B030D-6E8A-4147-A177-3AD203B41FA5}">
                      <a16:colId xmlns:a16="http://schemas.microsoft.com/office/drawing/2014/main" val="837099917"/>
                    </a:ext>
                  </a:extLst>
                </a:gridCol>
              </a:tblGrid>
              <a:tr h="44065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effectLst/>
                        </a:rPr>
                        <a:t>AstraZeneca (AZN)</a:t>
                      </a:r>
                      <a:endParaRPr lang="en-GB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Costco (COST</a:t>
                      </a:r>
                      <a:r>
                        <a:rPr lang="en-GB" sz="1400" b="0" i="1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effectLst/>
                        </a:rPr>
                        <a:t>Deutsche Telekom (DTE)</a:t>
                      </a:r>
                      <a:endParaRPr lang="en-GB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Ferrari</a:t>
                      </a:r>
                    </a:p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(RACE)</a:t>
                      </a:r>
                      <a:endParaRPr lang="en-GB" sz="14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Nintendo (7974)</a:t>
                      </a:r>
                      <a:endParaRPr lang="en-GB" sz="14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Nvidia</a:t>
                      </a:r>
                    </a:p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(NVDA)</a:t>
                      </a:r>
                      <a:endParaRPr lang="en-GB" sz="14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Siemens (SIE)</a:t>
                      </a:r>
                      <a:endParaRPr lang="en-GB" sz="14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50" u="none" strike="noStrike" dirty="0">
                          <a:effectLst/>
                        </a:rPr>
                        <a:t>Waste Management (WM)</a:t>
                      </a:r>
                      <a:endParaRPr lang="en-GB" sz="105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u="none" strike="noStrike" dirty="0">
                          <a:effectLst/>
                        </a:rPr>
                        <a:t>Wesfarmers (WES)</a:t>
                      </a:r>
                      <a:endParaRPr lang="en-GB" sz="11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Xiaomi (1810)</a:t>
                      </a:r>
                      <a:endParaRPr lang="en-GB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Bond ETF (BNDX)</a:t>
                      </a:r>
                      <a:endParaRPr lang="en-GB" sz="14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Gold ETF (GLDM)</a:t>
                      </a:r>
                      <a:endParaRPr lang="en-GB" sz="14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200" u="none" strike="noStrike" dirty="0">
                          <a:effectLst/>
                        </a:rPr>
                        <a:t>Commodity ETF (CMOP)</a:t>
                      </a:r>
                      <a:endParaRPr lang="en-GB" sz="12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400" u="none" strike="noStrike" dirty="0">
                          <a:effectLst/>
                        </a:rPr>
                        <a:t>Bitcoin (BTC)</a:t>
                      </a:r>
                      <a:endParaRPr lang="en-GB" sz="1400" b="0" i="1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8820308"/>
                  </a:ext>
                </a:extLst>
              </a:tr>
              <a:tr h="261709"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>
                          <a:effectLst/>
                        </a:rPr>
                        <a:t>0.08</a:t>
                      </a:r>
                      <a:endParaRPr lang="en-GB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0.12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0.12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0.01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0.07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0.07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0.07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0.03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0.15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0.12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0.06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400" u="none" strike="noStrike" dirty="0">
                          <a:effectLst/>
                        </a:rPr>
                        <a:t>0.05</a:t>
                      </a:r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1487323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DE12F22-2F6F-BDD5-65F8-C2036611E4D4}"/>
              </a:ext>
            </a:extLst>
          </p:cNvPr>
          <p:cNvSpPr txBox="1"/>
          <p:nvPr/>
        </p:nvSpPr>
        <p:spPr>
          <a:xfrm>
            <a:off x="955158" y="5449435"/>
            <a:ext cx="4080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With the remaining ~</a:t>
            </a:r>
            <a:r>
              <a:rPr lang="en-GB" sz="2000" b="1" dirty="0"/>
              <a:t>£5.6 million </a:t>
            </a:r>
            <a:r>
              <a:rPr lang="en-GB" sz="2000" dirty="0"/>
              <a:t>in the UK government bond. </a:t>
            </a:r>
          </a:p>
        </p:txBody>
      </p:sp>
      <p:sp>
        <p:nvSpPr>
          <p:cNvPr id="9" name="Minus Sign 8">
            <a:extLst>
              <a:ext uri="{FF2B5EF4-FFF2-40B4-BE49-F238E27FC236}">
                <a16:creationId xmlns:a16="http://schemas.microsoft.com/office/drawing/2014/main" id="{0E8D5F7E-98A8-BAAE-9FFC-FA66BD7935AF}"/>
              </a:ext>
            </a:extLst>
          </p:cNvPr>
          <p:cNvSpPr/>
          <p:nvPr/>
        </p:nvSpPr>
        <p:spPr>
          <a:xfrm>
            <a:off x="438323" y="1557042"/>
            <a:ext cx="3702567" cy="417533"/>
          </a:xfrm>
          <a:prstGeom prst="mathMinu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899CE987-B7AF-5C85-79EA-FCF47A673E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8705804"/>
              </p:ext>
            </p:extLst>
          </p:nvPr>
        </p:nvGraphicFramePr>
        <p:xfrm>
          <a:off x="6003235" y="498806"/>
          <a:ext cx="5535386" cy="3806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9D4FDB2-D0EF-0703-D5F2-B36978645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793943"/>
              </p:ext>
            </p:extLst>
          </p:nvPr>
        </p:nvGraphicFramePr>
        <p:xfrm>
          <a:off x="5362829" y="5670049"/>
          <a:ext cx="5725160" cy="2666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2580">
                  <a:extLst>
                    <a:ext uri="{9D8B030D-6E8A-4147-A177-3AD203B41FA5}">
                      <a16:colId xmlns:a16="http://schemas.microsoft.com/office/drawing/2014/main" val="1908266520"/>
                    </a:ext>
                  </a:extLst>
                </a:gridCol>
                <a:gridCol w="2862580">
                  <a:extLst>
                    <a:ext uri="{9D8B030D-6E8A-4147-A177-3AD203B41FA5}">
                      <a16:colId xmlns:a16="http://schemas.microsoft.com/office/drawing/2014/main" val="3237996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UK 5Y GILT (28/02/2025)</a:t>
                      </a:r>
                      <a:endParaRPr lang="en-GB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600" kern="100" dirty="0">
                          <a:effectLst/>
                        </a:rPr>
                        <a:t>4.175%</a:t>
                      </a:r>
                      <a:endParaRPr lang="en-GB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9060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495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C8C7E-7A3B-0F9E-24B8-BFCA95B21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Asset Selection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6D790-C7C7-7E22-E2FE-9B18640B9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40897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dirty="0"/>
              <a:t>A large basket of </a:t>
            </a:r>
            <a:r>
              <a:rPr lang="en-GB" b="1" dirty="0"/>
              <a:t>diversified </a:t>
            </a:r>
            <a:r>
              <a:rPr lang="en-GB" dirty="0"/>
              <a:t>assets were used in the optimisation process:</a:t>
            </a:r>
            <a:endParaRPr lang="en-GB" b="1" dirty="0"/>
          </a:p>
          <a:p>
            <a:r>
              <a:rPr lang="en-GB" dirty="0"/>
              <a:t>Initial selection of </a:t>
            </a:r>
            <a:r>
              <a:rPr lang="en-GB" b="1" dirty="0"/>
              <a:t>25 assets</a:t>
            </a:r>
            <a:r>
              <a:rPr lang="en-GB" dirty="0"/>
              <a:t> comprised of equity, fixed income and alternatives.</a:t>
            </a:r>
          </a:p>
          <a:p>
            <a:r>
              <a:rPr lang="en-GB" dirty="0"/>
              <a:t>Large cap equity diversified across developed nations and </a:t>
            </a:r>
            <a:r>
              <a:rPr lang="en-GB" b="1" dirty="0"/>
              <a:t>ETFs</a:t>
            </a:r>
            <a:r>
              <a:rPr lang="en-GB" dirty="0"/>
              <a:t> used for emerging markets/small cap representation.</a:t>
            </a:r>
          </a:p>
          <a:p>
            <a:r>
              <a:rPr lang="en-GB" dirty="0"/>
              <a:t>ETFs allow for easy exposure to fixed income (gilts, treasuries and corporate bonds) and alternatives (gold, commodities, REIT, managed futures).</a:t>
            </a:r>
          </a:p>
          <a:p>
            <a:r>
              <a:rPr lang="en-GB" dirty="0"/>
              <a:t>Exposure to digital asset innovation through Bitcoin.</a:t>
            </a:r>
          </a:p>
          <a:p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9ABAE5-5C50-68FA-1646-EB526E213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829726"/>
              </p:ext>
            </p:extLst>
          </p:nvPr>
        </p:nvGraphicFramePr>
        <p:xfrm>
          <a:off x="6679096" y="658200"/>
          <a:ext cx="5037575" cy="55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125">
                  <a:extLst>
                    <a:ext uri="{9D8B030D-6E8A-4147-A177-3AD203B41FA5}">
                      <a16:colId xmlns:a16="http://schemas.microsoft.com/office/drawing/2014/main" val="1059350002"/>
                    </a:ext>
                  </a:extLst>
                </a:gridCol>
                <a:gridCol w="1660447">
                  <a:extLst>
                    <a:ext uri="{9D8B030D-6E8A-4147-A177-3AD203B41FA5}">
                      <a16:colId xmlns:a16="http://schemas.microsoft.com/office/drawing/2014/main" val="2611253611"/>
                    </a:ext>
                  </a:extLst>
                </a:gridCol>
                <a:gridCol w="1606003">
                  <a:extLst>
                    <a:ext uri="{9D8B030D-6E8A-4147-A177-3AD203B41FA5}">
                      <a16:colId xmlns:a16="http://schemas.microsoft.com/office/drawing/2014/main" val="39096535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GB" sz="1400" dirty="0"/>
                        <a:t>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Fixed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Alternatives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349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LON:AZN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NASDAQ:BNDX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NYSEARCA:GLDM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754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NASDAQ:COST</a:t>
                      </a:r>
                      <a:r>
                        <a:rPr lang="en-GB" sz="1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NASDAQ:TLT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LON:CMOP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728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ETR:DTE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LON:VGOV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NYSEARCA:VNQ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481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BIT:RACE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NYSEARCA:DBMF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11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BME:IBE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BTC/GBP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954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NYSE:JPM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4334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TYO:7974</a:t>
                      </a:r>
                      <a:r>
                        <a:rPr lang="en-GB" sz="1400" dirty="0"/>
                        <a:t>(Nintendo)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3852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NASDAQ:NVDA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7689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LON:RIO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515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ETR:SIE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452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KRX:000660</a:t>
                      </a:r>
                      <a:r>
                        <a:rPr lang="en-GB" sz="1400" dirty="0"/>
                        <a:t>(Hynix)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426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HKG:0700</a:t>
                      </a:r>
                      <a:r>
                        <a:rPr lang="en-GB" sz="1400" dirty="0"/>
                        <a:t>(Tencent)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786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NYSE:WM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538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ASX:WES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614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HKG:1810</a:t>
                      </a:r>
                      <a:r>
                        <a:rPr lang="en-GB" sz="1400" dirty="0"/>
                        <a:t>(Xiaomi)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458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LON:WOSC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14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LON:EMXC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008448"/>
                  </a:ext>
                </a:extLst>
              </a:tr>
            </a:tbl>
          </a:graphicData>
        </a:graphic>
      </p:graphicFrame>
      <p:sp>
        <p:nvSpPr>
          <p:cNvPr id="6" name="Minus Sign 5">
            <a:extLst>
              <a:ext uri="{FF2B5EF4-FFF2-40B4-BE49-F238E27FC236}">
                <a16:creationId xmlns:a16="http://schemas.microsoft.com/office/drawing/2014/main" id="{6137A2D0-CE01-5051-FF2C-998C742B5228}"/>
              </a:ext>
            </a:extLst>
          </p:cNvPr>
          <p:cNvSpPr/>
          <p:nvPr/>
        </p:nvSpPr>
        <p:spPr>
          <a:xfrm>
            <a:off x="475329" y="1284573"/>
            <a:ext cx="3702567" cy="417533"/>
          </a:xfrm>
          <a:prstGeom prst="mathMinu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893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2DDD-908C-8AE4-3EC7-952FF4BE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Correlation Analysis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38F23DD-9056-AE50-C2AA-A087C6A92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651000"/>
            <a:ext cx="6568022" cy="525441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F3C74F-3DE9-21CA-DC9F-F79C7B89936B}"/>
              </a:ext>
            </a:extLst>
          </p:cNvPr>
          <p:cNvSpPr txBox="1"/>
          <p:nvPr/>
        </p:nvSpPr>
        <p:spPr>
          <a:xfrm>
            <a:off x="7566629" y="1233467"/>
            <a:ext cx="413467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heatmap illustrates one of our core strategies: investing in assets that </a:t>
            </a:r>
            <a:r>
              <a:rPr lang="en-GB" b="1" dirty="0"/>
              <a:t>don’t move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Higher correlations between assets of the same classes - red quadrants bottom left and top right - </a:t>
            </a:r>
            <a:r>
              <a:rPr lang="en-GB" b="1" dirty="0"/>
              <a:t>Need for asset class diversification.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Equities within the same region show high correlations - </a:t>
            </a:r>
            <a:r>
              <a:rPr lang="en-GB" b="1" dirty="0"/>
              <a:t>Need for Geographical diversification.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Close to zero correlation between equities/fixed income and equities/commodities.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7" name="Minus Sign 6">
            <a:extLst>
              <a:ext uri="{FF2B5EF4-FFF2-40B4-BE49-F238E27FC236}">
                <a16:creationId xmlns:a16="http://schemas.microsoft.com/office/drawing/2014/main" id="{09BD7F81-10D9-48EF-D47F-3CB55E906498}"/>
              </a:ext>
            </a:extLst>
          </p:cNvPr>
          <p:cNvSpPr/>
          <p:nvPr/>
        </p:nvSpPr>
        <p:spPr>
          <a:xfrm>
            <a:off x="490693" y="1233467"/>
            <a:ext cx="3702567" cy="417533"/>
          </a:xfrm>
          <a:prstGeom prst="mathMinu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221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C1273-EAF1-A7C2-C5A5-00D1B7A76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Optimisation Process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F93DAB9-5F81-1113-7B27-0C756089DF04}"/>
                  </a:ext>
                </a:extLst>
              </p14:cNvPr>
              <p14:cNvContentPartPr/>
              <p14:nvPr/>
            </p14:nvContentPartPr>
            <p14:xfrm>
              <a:off x="6919614" y="2115387"/>
              <a:ext cx="436680" cy="136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F93DAB9-5F81-1113-7B27-0C756089DF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56614" y="2052387"/>
                <a:ext cx="5623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55B897A-8D84-3B9D-6CBE-4D088FAF3A72}"/>
                  </a:ext>
                </a:extLst>
              </p14:cNvPr>
              <p14:cNvContentPartPr/>
              <p14:nvPr/>
            </p14:nvContentPartPr>
            <p14:xfrm>
              <a:off x="6919614" y="2305827"/>
              <a:ext cx="287280" cy="172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55B897A-8D84-3B9D-6CBE-4D088FAF3A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56614" y="2242827"/>
                <a:ext cx="412920" cy="14292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683072E-7485-26B6-8076-4AC87CB0FFF4}"/>
              </a:ext>
            </a:extLst>
          </p:cNvPr>
          <p:cNvSpPr txBox="1"/>
          <p:nvPr/>
        </p:nvSpPr>
        <p:spPr>
          <a:xfrm>
            <a:off x="838200" y="1690688"/>
            <a:ext cx="507227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Initially, we maximised Sharpe ratio, finding a </a:t>
            </a:r>
            <a:r>
              <a:rPr lang="en-GB" b="1" dirty="0"/>
              <a:t>tangency portfolio</a:t>
            </a:r>
            <a:r>
              <a:rPr lang="en-GB" dirty="0"/>
              <a:t> with 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expected annual return of </a:t>
            </a:r>
            <a:r>
              <a:rPr lang="en-GB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23.41%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and a standard deviation of </a:t>
            </a:r>
            <a:r>
              <a:rPr lang="en-GB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14.10%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giving us an exceptional Sharpe ratio of </a:t>
            </a:r>
            <a:r>
              <a:rPr lang="en-GB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1.36</a:t>
            </a: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n-GB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  <a:cs typeface="Arial" panose="020B0604020202020204" pitchFamily="34" charset="0"/>
              </a:rPr>
              <a:t>However, notice the </a:t>
            </a:r>
            <a:r>
              <a:rPr lang="en-GB" b="1" dirty="0">
                <a:latin typeface="Aptos" panose="020B0004020202020204" pitchFamily="34" charset="0"/>
                <a:cs typeface="Arial" panose="020B0604020202020204" pitchFamily="34" charset="0"/>
              </a:rPr>
              <a:t>lack of diversification </a:t>
            </a:r>
            <a:r>
              <a:rPr lang="en-GB" dirty="0">
                <a:latin typeface="Aptos" panose="020B0004020202020204" pitchFamily="34" charset="0"/>
                <a:cs typeface="Arial" panose="020B0604020202020204" pitchFamily="34" charset="0"/>
              </a:rPr>
              <a:t>- almost 70% is equity with the remainder being alternatives - there is </a:t>
            </a:r>
            <a:r>
              <a:rPr lang="en-GB" b="1" dirty="0">
                <a:latin typeface="Aptos" panose="020B0004020202020204" pitchFamily="34" charset="0"/>
                <a:cs typeface="Arial" panose="020B0604020202020204" pitchFamily="34" charset="0"/>
              </a:rPr>
              <a:t>no fixed income exposure.</a:t>
            </a:r>
          </a:p>
          <a:p>
            <a:endParaRPr lang="en-GB" b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  <a:cs typeface="Arial" panose="020B0604020202020204" pitchFamily="34" charset="0"/>
              </a:rPr>
              <a:t>We impose constraints on our portfolio to improve multiple facets of our diversification: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Aptos" panose="020B0004020202020204" pitchFamily="34" charset="0"/>
                <a:cs typeface="Arial" panose="020B0604020202020204" pitchFamily="34" charset="0"/>
              </a:rPr>
              <a:t>Minimum 15% in each asset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Aptos" panose="020B0004020202020204" pitchFamily="34" charset="0"/>
                <a:cs typeface="Arial" panose="020B0604020202020204" pitchFamily="34" charset="0"/>
              </a:rPr>
              <a:t>No more than 20% of the equity portion to a single sector.</a:t>
            </a:r>
          </a:p>
          <a:p>
            <a:r>
              <a:rPr lang="en-GB" dirty="0">
                <a:latin typeface="Aptos" panose="020B0004020202020204" pitchFamily="34" charset="0"/>
                <a:cs typeface="Arial" panose="020B0604020202020204" pitchFamily="34" charset="0"/>
              </a:rPr>
              <a:t>The result is a much better diversified </a:t>
            </a:r>
            <a:r>
              <a:rPr lang="en-GB" b="1" dirty="0">
                <a:latin typeface="Aptos" panose="020B0004020202020204" pitchFamily="34" charset="0"/>
                <a:cs typeface="Arial" panose="020B0604020202020204" pitchFamily="34" charset="0"/>
              </a:rPr>
              <a:t>constrained portfolio</a:t>
            </a:r>
            <a:r>
              <a:rPr lang="en-GB" dirty="0">
                <a:latin typeface="Aptos" panose="020B0004020202020204" pitchFamily="34" charset="0"/>
                <a:cs typeface="Arial" panose="020B0604020202020204" pitchFamily="34" charset="0"/>
              </a:rPr>
              <a:t>, with expected return of </a:t>
            </a:r>
            <a:r>
              <a:rPr lang="en-GB" b="1" dirty="0">
                <a:latin typeface="Aptos" panose="020B0004020202020204" pitchFamily="34" charset="0"/>
                <a:cs typeface="Arial" panose="020B0604020202020204" pitchFamily="34" charset="0"/>
              </a:rPr>
              <a:t>17.36% </a:t>
            </a:r>
            <a:r>
              <a:rPr lang="en-GB" dirty="0">
                <a:latin typeface="Aptos" panose="020B0004020202020204" pitchFamily="34" charset="0"/>
                <a:cs typeface="Arial" panose="020B0604020202020204" pitchFamily="34" charset="0"/>
              </a:rPr>
              <a:t>and volatility of </a:t>
            </a:r>
            <a:r>
              <a:rPr lang="en-GB" b="1" dirty="0">
                <a:latin typeface="Aptos" panose="020B0004020202020204" pitchFamily="34" charset="0"/>
                <a:cs typeface="Arial" panose="020B0604020202020204" pitchFamily="34" charset="0"/>
              </a:rPr>
              <a:t>11.82%, </a:t>
            </a:r>
            <a:r>
              <a:rPr lang="en-GB" dirty="0">
                <a:latin typeface="Aptos" panose="020B0004020202020204" pitchFamily="34" charset="0"/>
                <a:cs typeface="Arial" panose="020B0604020202020204" pitchFamily="34" charset="0"/>
              </a:rPr>
              <a:t>and a lower Sharpe ratio of </a:t>
            </a:r>
            <a:r>
              <a:rPr lang="en-GB" b="1" dirty="0">
                <a:latin typeface="Aptos" panose="020B0004020202020204" pitchFamily="34" charset="0"/>
                <a:cs typeface="Arial" panose="020B0604020202020204" pitchFamily="34" charset="0"/>
              </a:rPr>
              <a:t>1.11</a:t>
            </a:r>
            <a:r>
              <a:rPr lang="en-GB" dirty="0">
                <a:latin typeface="Aptos" panose="020B0004020202020204" pitchFamily="34" charset="0"/>
                <a:cs typeface="Arial" panose="020B0604020202020204" pitchFamily="34" charset="0"/>
              </a:rPr>
              <a:t>.</a:t>
            </a:r>
            <a:endParaRPr lang="en-GB" b="1" dirty="0"/>
          </a:p>
        </p:txBody>
      </p:sp>
      <p:graphicFrame>
        <p:nvGraphicFramePr>
          <p:cNvPr id="29" name="Content Placeholder 28">
            <a:extLst>
              <a:ext uri="{FF2B5EF4-FFF2-40B4-BE49-F238E27FC236}">
                <a16:creationId xmlns:a16="http://schemas.microsoft.com/office/drawing/2014/main" id="{5C52E8F2-D399-83B8-D28F-A7C8EA62EE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6798615"/>
              </p:ext>
            </p:extLst>
          </p:nvPr>
        </p:nvGraphicFramePr>
        <p:xfrm>
          <a:off x="6281532" y="711891"/>
          <a:ext cx="5443329" cy="28343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0" name="Chart 29">
            <a:extLst>
              <a:ext uri="{FF2B5EF4-FFF2-40B4-BE49-F238E27FC236}">
                <a16:creationId xmlns:a16="http://schemas.microsoft.com/office/drawing/2014/main" id="{FDFF1F86-71A7-790C-7DB3-D5E35EF03F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9439027"/>
              </p:ext>
            </p:extLst>
          </p:nvPr>
        </p:nvGraphicFramePr>
        <p:xfrm>
          <a:off x="6193321" y="3723003"/>
          <a:ext cx="5619750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1" name="Minus Sign 30">
            <a:extLst>
              <a:ext uri="{FF2B5EF4-FFF2-40B4-BE49-F238E27FC236}">
                <a16:creationId xmlns:a16="http://schemas.microsoft.com/office/drawing/2014/main" id="{1433391F-7F1A-059D-DC7C-6A59E0C4D9B2}"/>
              </a:ext>
            </a:extLst>
          </p:cNvPr>
          <p:cNvSpPr/>
          <p:nvPr/>
        </p:nvSpPr>
        <p:spPr>
          <a:xfrm>
            <a:off x="475329" y="1284573"/>
            <a:ext cx="3702567" cy="417533"/>
          </a:xfrm>
          <a:prstGeom prst="mathMinu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310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FE994-920A-794B-8DCC-7668EA4E3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004"/>
            <a:ext cx="4880212" cy="1325563"/>
          </a:xfrm>
        </p:spPr>
        <p:txBody>
          <a:bodyPr/>
          <a:lstStyle/>
          <a:p>
            <a:r>
              <a:rPr lang="en-GB" dirty="0"/>
              <a:t>Final Portfolio Formation</a:t>
            </a:r>
          </a:p>
        </p:txBody>
      </p:sp>
      <p:pic>
        <p:nvPicPr>
          <p:cNvPr id="5" name="Content Placeholder 4" descr="A graph of a stock market&#10;&#10;AI-generated content may be incorrect.">
            <a:extLst>
              <a:ext uri="{FF2B5EF4-FFF2-40B4-BE49-F238E27FC236}">
                <a16:creationId xmlns:a16="http://schemas.microsoft.com/office/drawing/2014/main" id="{AF430FE2-8ABD-3896-B6AD-9EB268ED8E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283" y="470847"/>
            <a:ext cx="5982269" cy="4350149"/>
          </a:xfr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67EFCB1-0C08-BFE1-A0E7-A4BF66341E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5893879"/>
              </p:ext>
            </p:extLst>
          </p:nvPr>
        </p:nvGraphicFramePr>
        <p:xfrm>
          <a:off x="63690" y="1884909"/>
          <a:ext cx="6432644" cy="45022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Minus Sign 7">
            <a:extLst>
              <a:ext uri="{FF2B5EF4-FFF2-40B4-BE49-F238E27FC236}">
                <a16:creationId xmlns:a16="http://schemas.microsoft.com/office/drawing/2014/main" id="{8630E621-B716-D734-4A6A-A6A7DC1A5EF1}"/>
              </a:ext>
            </a:extLst>
          </p:cNvPr>
          <p:cNvSpPr/>
          <p:nvPr/>
        </p:nvSpPr>
        <p:spPr>
          <a:xfrm>
            <a:off x="475329" y="1284573"/>
            <a:ext cx="3702567" cy="417533"/>
          </a:xfrm>
          <a:prstGeom prst="mathMinus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254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FE045E-269A-4170-A2A0-48EB6060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966" y="569764"/>
            <a:ext cx="3927397" cy="73988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Asset Class Diversification</a:t>
            </a:r>
          </a:p>
        </p:txBody>
      </p:sp>
      <p:pic>
        <p:nvPicPr>
          <p:cNvPr id="8" name="Picture 7" descr="A pie chart with different colored sections&#10;&#10;AI-generated content may be incorrect.">
            <a:extLst>
              <a:ext uri="{FF2B5EF4-FFF2-40B4-BE49-F238E27FC236}">
                <a16:creationId xmlns:a16="http://schemas.microsoft.com/office/drawing/2014/main" id="{97553553-11AA-8DC1-9B31-9B75412B9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428" y="1189867"/>
            <a:ext cx="8455172" cy="524220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1A2220E-9505-6164-9265-5E59759FF5A7}"/>
                  </a:ext>
                </a:extLst>
              </p14:cNvPr>
              <p14:cNvContentPartPr/>
              <p14:nvPr/>
            </p14:nvContentPartPr>
            <p14:xfrm>
              <a:off x="2198665" y="1417707"/>
              <a:ext cx="2242440" cy="248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1A2220E-9505-6164-9265-5E59759FF5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6025" y="1355067"/>
                <a:ext cx="2368080" cy="37368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FE9C6DE-89E6-BD5D-CA37-C7C5704EFDA4}"/>
              </a:ext>
            </a:extLst>
          </p:cNvPr>
          <p:cNvSpPr txBox="1"/>
          <p:nvPr/>
        </p:nvSpPr>
        <p:spPr>
          <a:xfrm>
            <a:off x="4277032" y="172670"/>
            <a:ext cx="7388942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Equity and crypto exposure drives portfolio growth while the inclusion of bonds and commodities provides downside protection. </a:t>
            </a:r>
          </a:p>
          <a:p>
            <a:r>
              <a:rPr lang="en-GB" dirty="0"/>
              <a:t>Risk-free asset further dampens volatility.</a:t>
            </a:r>
          </a:p>
        </p:txBody>
      </p:sp>
    </p:spTree>
    <p:extLst>
      <p:ext uri="{BB962C8B-B14F-4D97-AF65-F5344CB8AC3E}">
        <p14:creationId xmlns:p14="http://schemas.microsoft.com/office/powerpoint/2010/main" val="355522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0" name="Rectangle 99">
            <a:extLst>
              <a:ext uri="{FF2B5EF4-FFF2-40B4-BE49-F238E27FC236}">
                <a16:creationId xmlns:a16="http://schemas.microsoft.com/office/drawing/2014/main" id="{E87F6C97-D6CE-253A-7C0D-3F0752C8D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CC8B27-EF4C-6FB1-9CEA-5432C19DC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003" y="247649"/>
            <a:ext cx="3223893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Geographical Diversification</a:t>
            </a:r>
          </a:p>
        </p:txBody>
      </p:sp>
      <p:pic>
        <p:nvPicPr>
          <p:cNvPr id="13" name="Picture 12" descr="A colorful pie chart with text&#10;&#10;AI-generated content may be incorrect.">
            <a:extLst>
              <a:ext uri="{FF2B5EF4-FFF2-40B4-BE49-F238E27FC236}">
                <a16:creationId xmlns:a16="http://schemas.microsoft.com/office/drawing/2014/main" id="{43061076-E13D-83A1-FB55-8D64137C8B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" r="2" b="2"/>
          <a:stretch>
            <a:fillRect/>
          </a:stretch>
        </p:blipFill>
        <p:spPr>
          <a:xfrm>
            <a:off x="1796623" y="1333695"/>
            <a:ext cx="8395805" cy="5160768"/>
          </a:xfrm>
          <a:prstGeom prst="rect">
            <a:avLst/>
          </a:prstGeom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D5C50AE-F3CA-3B18-C6B9-85377CAA1C67}"/>
                  </a:ext>
                </a:extLst>
              </p14:cNvPr>
              <p14:cNvContentPartPr/>
              <p14:nvPr/>
            </p14:nvContentPartPr>
            <p14:xfrm>
              <a:off x="1842798" y="1589765"/>
              <a:ext cx="3599280" cy="492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D5C50AE-F3CA-3B18-C6B9-85377CAA1C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9798" y="1526765"/>
                <a:ext cx="3724920" cy="61812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0CBB1AF-DF62-5560-A6FD-125339BA5329}"/>
              </a:ext>
            </a:extLst>
          </p:cNvPr>
          <p:cNvSpPr txBox="1"/>
          <p:nvPr/>
        </p:nvSpPr>
        <p:spPr>
          <a:xfrm>
            <a:off x="4460206" y="492234"/>
            <a:ext cx="7207482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Global exposure spreads macroeconomic and geopolitical risks, enhancing the portfolio’s ability to weather localised downturns.</a:t>
            </a:r>
          </a:p>
        </p:txBody>
      </p:sp>
    </p:spTree>
    <p:extLst>
      <p:ext uri="{BB962C8B-B14F-4D97-AF65-F5344CB8AC3E}">
        <p14:creationId xmlns:p14="http://schemas.microsoft.com/office/powerpoint/2010/main" val="120976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DB60271-CC36-038E-7174-CCC14F968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40B47-063B-33D6-6A37-DEA81404E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3" y="333497"/>
            <a:ext cx="3786544" cy="102941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Currency Diversification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486124-28DB-5BA9-6565-8183028FF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6" r="2" b="2"/>
          <a:stretch>
            <a:fillRect/>
          </a:stretch>
        </p:blipFill>
        <p:spPr>
          <a:xfrm>
            <a:off x="1932563" y="1362916"/>
            <a:ext cx="8326874" cy="5118397"/>
          </a:xfrm>
          <a:prstGeom prst="rect">
            <a:avLst/>
          </a:prstGeom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73A9211-7EA7-A52A-39C7-FBFDEEFA4337}"/>
                  </a:ext>
                </a:extLst>
              </p14:cNvPr>
              <p14:cNvContentPartPr/>
              <p14:nvPr/>
            </p14:nvContentPartPr>
            <p14:xfrm>
              <a:off x="2118198" y="1549445"/>
              <a:ext cx="2270520" cy="3470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73A9211-7EA7-A52A-39C7-FBFDEEFA43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5558" y="1486805"/>
                <a:ext cx="2396160" cy="472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2974C92-EF39-F3DE-2E63-33BA5A1FD61D}"/>
              </a:ext>
            </a:extLst>
          </p:cNvPr>
          <p:cNvSpPr txBox="1"/>
          <p:nvPr/>
        </p:nvSpPr>
        <p:spPr>
          <a:xfrm>
            <a:off x="4388718" y="361305"/>
            <a:ext cx="6932221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Currency hedging reduces the risk of value erosion from adverse FX movements and adds a layer of protection during regional economic shocks.</a:t>
            </a:r>
          </a:p>
        </p:txBody>
      </p:sp>
    </p:spTree>
    <p:extLst>
      <p:ext uri="{BB962C8B-B14F-4D97-AF65-F5344CB8AC3E}">
        <p14:creationId xmlns:p14="http://schemas.microsoft.com/office/powerpoint/2010/main" val="89845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DB60271-CC36-038E-7174-CCC14F968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2138A-4745-87FD-2186-CE2404027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33497"/>
            <a:ext cx="10593993" cy="10294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Sector Diversification</a:t>
            </a:r>
          </a:p>
        </p:txBody>
      </p:sp>
      <p:pic>
        <p:nvPicPr>
          <p:cNvPr id="5" name="Content Placeholder 4" descr="A colorful pie chart with white text with Crust in the background&#10;&#10;AI-generated content may be incorrect.">
            <a:extLst>
              <a:ext uri="{FF2B5EF4-FFF2-40B4-BE49-F238E27FC236}">
                <a16:creationId xmlns:a16="http://schemas.microsoft.com/office/drawing/2014/main" id="{76E9B3E6-75C3-BA25-B250-5C7FE32659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079" y="1143000"/>
            <a:ext cx="8679841" cy="5381503"/>
          </a:xfrm>
          <a:prstGeom prst="rect">
            <a:avLst/>
          </a:prstGeom>
          <a:effectLst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2D08B3-5CDC-EF3C-EE02-93D50B7B093A}"/>
                  </a:ext>
                </a:extLst>
              </p14:cNvPr>
              <p14:cNvContentPartPr/>
              <p14:nvPr/>
            </p14:nvContentPartPr>
            <p14:xfrm>
              <a:off x="1765398" y="1377365"/>
              <a:ext cx="2431440" cy="253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2D08B3-5CDC-EF3C-EE02-93D50B7B09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2398" y="1314365"/>
                <a:ext cx="2557080" cy="37944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F73FEF9-2EA9-8EE1-5F32-306FD7C34419}"/>
              </a:ext>
            </a:extLst>
          </p:cNvPr>
          <p:cNvSpPr txBox="1"/>
          <p:nvPr/>
        </p:nvSpPr>
        <p:spPr>
          <a:xfrm>
            <a:off x="5672702" y="525040"/>
            <a:ext cx="609977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Portfolio performs consistently across economic cycles, avoiding reliance on market timing.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68AF15F-6DD1-7530-DA1B-B7F1981ED84E}"/>
                  </a:ext>
                </a:extLst>
              </p14:cNvPr>
              <p14:cNvContentPartPr/>
              <p14:nvPr/>
            </p14:nvContentPartPr>
            <p14:xfrm>
              <a:off x="2133678" y="1562765"/>
              <a:ext cx="2422440" cy="3729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68AF15F-6DD1-7530-DA1B-B7F1981ED8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70678" y="1500125"/>
                <a:ext cx="2548080" cy="49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8437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3000">
              <a:schemeClr val="accent1">
                <a:lumMod val="5000"/>
                <a:lumOff val="95000"/>
              </a:schemeClr>
            </a:gs>
            <a:gs pos="67000">
              <a:schemeClr val="accent1">
                <a:lumMod val="45000"/>
                <a:lumOff val="55000"/>
              </a:schemeClr>
            </a:gs>
            <a:gs pos="82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Slide Background">
            <a:extLst>
              <a:ext uri="{FF2B5EF4-FFF2-40B4-BE49-F238E27FC236}">
                <a16:creationId xmlns:a16="http://schemas.microsoft.com/office/drawing/2014/main" id="{AF6CB648-9554-488A-B457-99CAAD1DA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E3ADCBE7-9330-1CDA-00EB-CDD12DB722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0DD0F-CB75-59C8-5E0B-97F0895B2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240241"/>
            <a:ext cx="10760054" cy="1228299"/>
          </a:xfrm>
        </p:spPr>
        <p:txBody>
          <a:bodyPr>
            <a:normAutofit/>
          </a:bodyPr>
          <a:lstStyle/>
          <a:p>
            <a:r>
              <a:rPr lang="en-GB" sz="4000" dirty="0"/>
              <a:t>Portfolio Performance</a:t>
            </a:r>
          </a:p>
        </p:txBody>
      </p:sp>
      <p:sp>
        <p:nvSpPr>
          <p:cNvPr id="31" name="Content Placeholder 8">
            <a:extLst>
              <a:ext uri="{FF2B5EF4-FFF2-40B4-BE49-F238E27FC236}">
                <a16:creationId xmlns:a16="http://schemas.microsoft.com/office/drawing/2014/main" id="{8D3F2EAD-1B8A-F452-3D2A-CC27A932C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245" y="1086769"/>
            <a:ext cx="4287277" cy="523456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Annual return of </a:t>
            </a:r>
            <a:r>
              <a:rPr lang="en-US" sz="1700" b="1" dirty="0"/>
              <a:t>10%</a:t>
            </a:r>
            <a:r>
              <a:rPr lang="en-US" sz="1700" dirty="0"/>
              <a:t> with a volatility of </a:t>
            </a:r>
            <a:r>
              <a:rPr lang="en-US" sz="1700" b="1" dirty="0"/>
              <a:t>5.23%.</a:t>
            </a:r>
          </a:p>
          <a:p>
            <a:pPr marL="0" indent="0">
              <a:buNone/>
            </a:pPr>
            <a:r>
              <a:rPr lang="en-US" sz="1700" dirty="0"/>
              <a:t>Compared to the benchmark over the same period (S&amp;P 500):</a:t>
            </a:r>
          </a:p>
          <a:p>
            <a:r>
              <a:rPr lang="en-US" sz="1700" dirty="0"/>
              <a:t>Returns are similar - benchmark returns on average ~11.6%.</a:t>
            </a:r>
          </a:p>
          <a:p>
            <a:r>
              <a:rPr lang="en-US" sz="1700" dirty="0"/>
              <a:t>Benchmark volatility much higher ~18%.</a:t>
            </a:r>
          </a:p>
          <a:p>
            <a:r>
              <a:rPr lang="en-US" sz="1700" dirty="0"/>
              <a:t>Portfolio max drawdown of -25% while benchmark saw a fall of ~33.9%.</a:t>
            </a:r>
          </a:p>
          <a:p>
            <a:r>
              <a:rPr lang="en-US" sz="1700" b="1" dirty="0"/>
              <a:t>Sharpe Ratio </a:t>
            </a:r>
            <a:r>
              <a:rPr lang="en-US" sz="1700" dirty="0"/>
              <a:t>of portfolio far surpasses benchmark - </a:t>
            </a:r>
            <a:r>
              <a:rPr lang="en-US" sz="1700" b="1" dirty="0"/>
              <a:t>1.11 </a:t>
            </a:r>
            <a:r>
              <a:rPr lang="en-US" sz="1700" dirty="0"/>
              <a:t>against 0.41 - far superior risk-adjusted returns.</a:t>
            </a:r>
            <a:endParaRPr lang="en-US" sz="1700" b="1" dirty="0"/>
          </a:p>
        </p:txBody>
      </p:sp>
      <p:pic>
        <p:nvPicPr>
          <p:cNvPr id="5" name="Content Placeholder 4" descr="A graph of a stock market&#10;&#10;AI-generated content may be incorrect.">
            <a:extLst>
              <a:ext uri="{FF2B5EF4-FFF2-40B4-BE49-F238E27FC236}">
                <a16:creationId xmlns:a16="http://schemas.microsoft.com/office/drawing/2014/main" id="{338C5611-3256-864A-C544-FDE9A58932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22" b="-1894"/>
          <a:stretch/>
        </p:blipFill>
        <p:spPr>
          <a:xfrm>
            <a:off x="4834734" y="1086769"/>
            <a:ext cx="7069055" cy="523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16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4C713-159B-7BDA-09F7-54FC54B4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Portfolio Risk Profile</a:t>
            </a:r>
          </a:p>
        </p:txBody>
      </p:sp>
      <p:pic>
        <p:nvPicPr>
          <p:cNvPr id="20" name="Picture 1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2FE34C6-1A04-8BE8-85A1-8FC343917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589" y="1625255"/>
            <a:ext cx="7307052" cy="4592494"/>
          </a:xfrm>
          <a:prstGeom prst="rect">
            <a:avLst/>
          </a:prstGeom>
        </p:spPr>
      </p:pic>
      <p:graphicFrame>
        <p:nvGraphicFramePr>
          <p:cNvPr id="24" name="Diagram 23">
            <a:extLst>
              <a:ext uri="{FF2B5EF4-FFF2-40B4-BE49-F238E27FC236}">
                <a16:creationId xmlns:a16="http://schemas.microsoft.com/office/drawing/2014/main" id="{641E3B8C-FEB2-E140-E361-43DC4F59A3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424820"/>
              </p:ext>
            </p:extLst>
          </p:nvPr>
        </p:nvGraphicFramePr>
        <p:xfrm>
          <a:off x="226115" y="1470991"/>
          <a:ext cx="4345885" cy="5159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36474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5AB51-DE5F-7A04-569E-33BC9EA3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Volatility Forecasting</a:t>
            </a:r>
          </a:p>
        </p:txBody>
      </p:sp>
      <p:pic>
        <p:nvPicPr>
          <p:cNvPr id="5" name="Content Placeholder 4" descr="A graph showing a graph of a price&#10;&#10;AI-generated content may be incorrect.">
            <a:extLst>
              <a:ext uri="{FF2B5EF4-FFF2-40B4-BE49-F238E27FC236}">
                <a16:creationId xmlns:a16="http://schemas.microsoft.com/office/drawing/2014/main" id="{3752E2BC-2085-AEE6-9D38-66B7DACAF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550" y="365125"/>
            <a:ext cx="5515717" cy="3063875"/>
          </a:xfrm>
        </p:spPr>
      </p:pic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F196C4A-985B-9EA7-6F96-8B52D4D172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9180568"/>
              </p:ext>
            </p:extLst>
          </p:nvPr>
        </p:nvGraphicFramePr>
        <p:xfrm>
          <a:off x="311733" y="1371304"/>
          <a:ext cx="5731245" cy="43990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9" name="Picture 18" descr="A graph showing a number of volatility&#10;&#10;AI-generated content may be incorrect.">
            <a:extLst>
              <a:ext uri="{FF2B5EF4-FFF2-40B4-BE49-F238E27FC236}">
                <a16:creationId xmlns:a16="http://schemas.microsoft.com/office/drawing/2014/main" id="{375ED2B3-D879-E24A-49A4-BE3A35DFE2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550" y="3570820"/>
            <a:ext cx="5515717" cy="306387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451EF09-7232-A669-CC1F-E78617934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144353"/>
              </p:ext>
            </p:extLst>
          </p:nvPr>
        </p:nvGraphicFramePr>
        <p:xfrm>
          <a:off x="317818" y="5893181"/>
          <a:ext cx="5725160" cy="5996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8175">
                  <a:extLst>
                    <a:ext uri="{9D8B030D-6E8A-4147-A177-3AD203B41FA5}">
                      <a16:colId xmlns:a16="http://schemas.microsoft.com/office/drawing/2014/main" val="446167525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735927595"/>
                    </a:ext>
                  </a:extLst>
                </a:gridCol>
                <a:gridCol w="1908810">
                  <a:extLst>
                    <a:ext uri="{9D8B030D-6E8A-4147-A177-3AD203B41FA5}">
                      <a16:colId xmlns:a16="http://schemas.microsoft.com/office/drawing/2014/main" val="1058136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 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Regime 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Regime 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0867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Regime 1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0.9928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0.0072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371167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>
                          <a:effectLst/>
                        </a:rPr>
                        <a:t>Regime 2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0.0079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100" dirty="0">
                          <a:effectLst/>
                        </a:rPr>
                        <a:t>0.9921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1921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580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547C9-FC14-4011-F3E0-009A929F0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5" y="585394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GB" sz="5200" b="1" dirty="0">
                <a:solidFill>
                  <a:schemeClr val="bg1"/>
                </a:solidFill>
              </a:rPr>
              <a:t>Closing Thoughts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3CB8A8E-E395-C217-6A1E-17E9EAD195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740290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3B75C76-23FB-F144-D6A6-425D6B3FB7D4}"/>
              </a:ext>
            </a:extLst>
          </p:cNvPr>
          <p:cNvSpPr txBox="1"/>
          <p:nvPr/>
        </p:nvSpPr>
        <p:spPr>
          <a:xfrm>
            <a:off x="1177918" y="5968085"/>
            <a:ext cx="9833113" cy="646331"/>
          </a:xfrm>
          <a:prstGeom prst="rect">
            <a:avLst/>
          </a:prstGeom>
          <a:solidFill>
            <a:schemeClr val="tx1">
              <a:lumMod val="95000"/>
              <a:lumOff val="5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This portfolio delivers more than returns — it delivers resilience, flexibility, and confidence over a full market cycle</a:t>
            </a:r>
          </a:p>
        </p:txBody>
      </p:sp>
    </p:spTree>
    <p:extLst>
      <p:ext uri="{BB962C8B-B14F-4D97-AF65-F5344CB8AC3E}">
        <p14:creationId xmlns:p14="http://schemas.microsoft.com/office/powerpoint/2010/main" val="3963044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D9F1E8F378054BA311E966C8421D37" ma:contentTypeVersion="8" ma:contentTypeDescription="Create a new document." ma:contentTypeScope="" ma:versionID="d558b195f2f9f9da11ee2f91f37808cb">
  <xsd:schema xmlns:xsd="http://www.w3.org/2001/XMLSchema" xmlns:xs="http://www.w3.org/2001/XMLSchema" xmlns:p="http://schemas.microsoft.com/office/2006/metadata/properties" xmlns:ns3="566f3f73-698d-405d-98ad-bac67537fd6e" targetNamespace="http://schemas.microsoft.com/office/2006/metadata/properties" ma:root="true" ma:fieldsID="e087224ee1ef8ffce3e70430b9c133d1" ns3:_="">
    <xsd:import namespace="566f3f73-698d-405d-98ad-bac67537fd6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6f3f73-698d-405d-98ad-bac67537fd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8083AFE-F1EF-4A3B-9C38-2E6402846B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6f3f73-698d-405d-98ad-bac67537fd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A9B054-5AE5-48CD-BEF8-E486A05F8B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1C1189-D06B-4FE6-93F5-108E5E245FAA}">
  <ds:schemaRefs>
    <ds:schemaRef ds:uri="http://purl.org/dc/terms/"/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566f3f73-698d-405d-98ad-bac67537fd6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915</Words>
  <Application>Microsoft Office PowerPoint</Application>
  <PresentationFormat>Widescreen</PresentationFormat>
  <Paragraphs>152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Narrow</vt:lpstr>
      <vt:lpstr>Arial</vt:lpstr>
      <vt:lpstr>Office Theme</vt:lpstr>
      <vt:lpstr>Global Optimised Portfolio</vt:lpstr>
      <vt:lpstr>Portfolio Overview</vt:lpstr>
      <vt:lpstr>Asset Selection </vt:lpstr>
      <vt:lpstr>Correlation Analysis</vt:lpstr>
      <vt:lpstr>Optimisation Process</vt:lpstr>
      <vt:lpstr>Final Portfolio Formation</vt:lpstr>
      <vt:lpstr>Asset Class Diversification</vt:lpstr>
      <vt:lpstr>Geographical Diversification</vt:lpstr>
      <vt:lpstr>Currency Diversification</vt:lpstr>
      <vt:lpstr>Sector Diversification</vt:lpstr>
      <vt:lpstr>Portfolio Performance</vt:lpstr>
      <vt:lpstr>Portfolio Risk Profile</vt:lpstr>
      <vt:lpstr>Volatility Forecasting</vt:lpstr>
      <vt:lpstr>Closing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AL-ADNANI</dc:creator>
  <cp:lastModifiedBy>MOHAMMED AL-ADNANI</cp:lastModifiedBy>
  <cp:revision>2</cp:revision>
  <dcterms:created xsi:type="dcterms:W3CDTF">2025-05-15T11:50:19Z</dcterms:created>
  <dcterms:modified xsi:type="dcterms:W3CDTF">2025-05-15T21:55:54Z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0x010100E5D9F1E8F378054BA311E966C8421D37</vt:lpwstr>
  </property>
</Properties>
</file>